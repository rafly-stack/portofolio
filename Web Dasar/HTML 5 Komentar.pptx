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6575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7828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8120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4857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0199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9255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9846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5593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017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459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6981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2062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56298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7347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95494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73856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3309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05658-34B7-4138-8E46-66CDDB5F055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2B4A7-5AA1-41F8-8ABD-754C750084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262654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D070-0429-476E-BE96-EF3A93B60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5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FFDA0-3104-4833-A04C-3280BCE00A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komentar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96827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EEE9-1926-4BD8-9DE1-42FF5386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komentar</a:t>
            </a:r>
            <a:r>
              <a:rPr lang="en-US" dirty="0"/>
              <a:t>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3C72F-0E88-4AF7-BC78-23C06D025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88750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88C9-A914-47AF-B84C-B36B4A4B4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komentar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6B256-A2F9-47D1-8CE1-1B474DD26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Komentar adalah elemen yang akan diabaikan oleh browser. Ia tidak akan ditampilkan di dalam web.</a:t>
            </a:r>
          </a:p>
          <a:p>
            <a:r>
              <a:rPr lang="id-ID" dirty="0"/>
              <a:t>Komentar biasanya digunakan untuk memberikan informasi tambahan pada kode HTML dan kadang juga digunakan untuk menon-aktifkan beberapa kode HTML.</a:t>
            </a:r>
          </a:p>
        </p:txBody>
      </p:sp>
    </p:spTree>
    <p:extLst>
      <p:ext uri="{BB962C8B-B14F-4D97-AF65-F5344CB8AC3E}">
        <p14:creationId xmlns:p14="http://schemas.microsoft.com/office/powerpoint/2010/main" val="625263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71F7-64E1-4CA2-B7F5-18036DDD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menggunakanya</a:t>
            </a:r>
            <a:r>
              <a:rPr lang="en-US" dirty="0"/>
              <a:t>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0081A-7C76-4772-B03E-A09A17B76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104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A9D1-D4EF-40E9-9AB4-BF22A6CE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komentar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E1509-6C19-4521-BE0B-D6BD479A6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 </a:t>
            </a:r>
            <a:r>
              <a:rPr lang="en-US" dirty="0" err="1"/>
              <a:t>komentar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&lt;!--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komentar</a:t>
            </a:r>
            <a:r>
              <a:rPr lang="en-US" dirty="0"/>
              <a:t> --&gt;</a:t>
            </a:r>
          </a:p>
          <a:p>
            <a:endParaRPr lang="id-ID" dirty="0"/>
          </a:p>
        </p:txBody>
      </p:sp>
      <p:pic>
        <p:nvPicPr>
          <p:cNvPr id="1026" name="Picture 2" descr="Cara Membuat Komentar di HTML">
            <a:extLst>
              <a:ext uri="{FF2B5EF4-FFF2-40B4-BE49-F238E27FC236}">
                <a16:creationId xmlns:a16="http://schemas.microsoft.com/office/drawing/2014/main" id="{CA2E5E54-C155-429C-9AEB-90710354F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2" t="30787" r="12038" b="27328"/>
          <a:stretch/>
        </p:blipFill>
        <p:spPr bwMode="auto">
          <a:xfrm>
            <a:off x="1484244" y="2928729"/>
            <a:ext cx="4903304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37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90CA-1334-43EE-9E0A-DFE2DFBB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komentar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17E7D3-D337-42B5-BD6B-F6264B26A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794" y="1753394"/>
            <a:ext cx="4772025" cy="28765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44E43-79DC-4E33-A9BE-0712159FF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    &lt;!-- ini adalah komentar --&gt;</a:t>
            </a:r>
          </a:p>
          <a:p>
            <a:r>
              <a:rPr lang="id-ID" dirty="0"/>
              <a:t>      &lt;p&gt;Hello World!&lt;/p&gt;</a:t>
            </a:r>
          </a:p>
          <a:p>
            <a:r>
              <a:rPr lang="id-ID" dirty="0"/>
              <a:t>      &lt;!-- ini juga komentar</a:t>
            </a:r>
            <a:r>
              <a:rPr lang="en-US" dirty="0"/>
              <a:t> </a:t>
            </a:r>
            <a:r>
              <a:rPr lang="id-ID" dirty="0"/>
              <a:t>dan ditulis dalam dua baris --&gt;</a:t>
            </a:r>
          </a:p>
          <a:p>
            <a:r>
              <a:rPr lang="id-ID" dirty="0"/>
              <a:t>    &lt;/body&gt;</a:t>
            </a:r>
          </a:p>
        </p:txBody>
      </p:sp>
    </p:spTree>
    <p:extLst>
      <p:ext uri="{BB962C8B-B14F-4D97-AF65-F5344CB8AC3E}">
        <p14:creationId xmlns:p14="http://schemas.microsoft.com/office/powerpoint/2010/main" val="95159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4C72-0C0B-4040-8841-F177CF0F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3DD37-B598-44CC-BDC4-5D6A660A8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Komentar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penjelas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arti tag dan </a:t>
            </a:r>
            <a:r>
              <a:rPr lang="en-US" dirty="0" err="1"/>
              <a:t>todo</a:t>
            </a:r>
            <a:r>
              <a:rPr lang="en-US" dirty="0"/>
              <a:t> list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lupa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mengerjakan</a:t>
            </a:r>
            <a:endParaRPr lang="en-US" dirty="0"/>
          </a:p>
          <a:p>
            <a:r>
              <a:rPr lang="en-US" dirty="0" err="1"/>
              <a:t>Komentar</a:t>
            </a:r>
            <a:r>
              <a:rPr lang="en-US" dirty="0"/>
              <a:t> 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menonaktifkan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/>
              <a:t> html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148965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10</TotalTime>
  <Words>128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HTML 5</vt:lpstr>
      <vt:lpstr>Apa itu komentar?</vt:lpstr>
      <vt:lpstr>Penjelasan tentang komentar</vt:lpstr>
      <vt:lpstr>Bagaimana cara menggunakanya?</vt:lpstr>
      <vt:lpstr>komentar</vt:lpstr>
      <vt:lpstr>Contoh penggunaan komentar</vt:lpstr>
      <vt:lpstr>Tips &amp; Trick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5</dc:title>
  <dc:creator>Fauzan Hendro</dc:creator>
  <cp:lastModifiedBy>Fauzan Hendro</cp:lastModifiedBy>
  <cp:revision>3</cp:revision>
  <dcterms:created xsi:type="dcterms:W3CDTF">2024-07-18T01:41:27Z</dcterms:created>
  <dcterms:modified xsi:type="dcterms:W3CDTF">2024-07-22T10:33:06Z</dcterms:modified>
</cp:coreProperties>
</file>