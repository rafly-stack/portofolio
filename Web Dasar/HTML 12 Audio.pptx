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462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376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326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618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099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795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730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7294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693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960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63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4161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81718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01918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0367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524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811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3E4CC-EE2C-4720-9048-325BFA955F19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936D9-07EE-48CA-BABB-4F30A8340B7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0769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56F0-6499-4B60-8389-1D11F6AC0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12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D6435-0F6B-432D-BA61-1C00A4060B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Audio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7291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00A3-9614-4AA3-B2CB-4818E031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Menambahkan</a:t>
            </a:r>
            <a:r>
              <a:rPr lang="en-US" dirty="0"/>
              <a:t> Audio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C59F6-3258-4BD6-AF22-68FEC2813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49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0ED7-3009-4ED5-916E-64634D1BF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9179-8D7A-4B79-B2E4-4242AC657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HTML mempunyai tag untuk membuat media player, yakni tag &lt;</a:t>
            </a:r>
            <a:r>
              <a:rPr lang="en-US" dirty="0"/>
              <a:t>audio</a:t>
            </a:r>
            <a:r>
              <a:rPr lang="id-ID" dirty="0"/>
              <a:t>&gt; yang khusus untuk menampilkan video. Dimana kia dapat memasukan atau menampilkan sebuah video di website html kita.</a:t>
            </a:r>
            <a:endParaRPr lang="en-US" dirty="0"/>
          </a:p>
          <a:p>
            <a:pPr marL="0" indent="0">
              <a:buNone/>
            </a:pPr>
            <a:endParaRPr lang="id-ID" dirty="0"/>
          </a:p>
          <a:p>
            <a:endParaRPr lang="id-ID" dirty="0"/>
          </a:p>
        </p:txBody>
      </p:sp>
      <p:pic>
        <p:nvPicPr>
          <p:cNvPr id="1026" name="Picture 2" descr="Tag audio di HTML">
            <a:extLst>
              <a:ext uri="{FF2B5EF4-FFF2-40B4-BE49-F238E27FC236}">
                <a16:creationId xmlns:a16="http://schemas.microsoft.com/office/drawing/2014/main" id="{744D3DD4-15A6-495C-9144-79C0917204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5"/>
          <a:stretch/>
        </p:blipFill>
        <p:spPr bwMode="auto">
          <a:xfrm>
            <a:off x="1457738" y="3693410"/>
            <a:ext cx="5102088" cy="254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36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FF62D5-6A2F-46AC-AB04-49F896E05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6269" y="1772444"/>
            <a:ext cx="4791075" cy="28384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09A5E-63A2-41D8-A21A-50E4F13AC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592665"/>
            <a:ext cx="3856037" cy="571536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&lt;h1&gt;Contoh Audio di Web&lt;/h1&gt;</a:t>
            </a:r>
          </a:p>
          <a:p>
            <a:r>
              <a:rPr lang="id-ID" dirty="0"/>
              <a:t>  &lt;audio controls&gt;</a:t>
            </a:r>
          </a:p>
          <a:p>
            <a:r>
              <a:rPr lang="id-ID" dirty="0"/>
              <a:t>    &lt;source src="Ngoni.mp3" type="audio/mpeg"&gt;</a:t>
            </a:r>
          </a:p>
          <a:p>
            <a:r>
              <a:rPr lang="id-ID" dirty="0"/>
              <a:t>    Browsermu tidak mendukung tag audio, upgrade donk!</a:t>
            </a:r>
          </a:p>
          <a:p>
            <a:r>
              <a:rPr lang="id-ID" dirty="0"/>
              <a:t>  &lt;/audio&gt;</a:t>
            </a:r>
          </a:p>
          <a:p>
            <a:r>
              <a:rPr lang="id-ID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249533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B8D3-B5BC-4524-89FE-9B939B07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Atribut</a:t>
            </a:r>
            <a:r>
              <a:rPr lang="en-US" dirty="0"/>
              <a:t> – </a:t>
            </a:r>
            <a:r>
              <a:rPr lang="en-US" dirty="0" err="1"/>
              <a:t>atribut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EA106-8738-47B1-915A-94BD37C26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23863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2925-4F91-44F0-9242-5EFD351C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4F5E-EC34-4DA0-A3DA-73BFB191B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d-ID" dirty="0"/>
              <a:t>Atribut ini berfungsi untuk mengaktifkan tombol kontrol seperti tombol play, pause, stop, scroll, dan volume).</a:t>
            </a:r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penulisan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&lt;audio controls="true"&gt;</a:t>
            </a:r>
          </a:p>
          <a:p>
            <a:pPr marL="0" indent="0">
              <a:buNone/>
            </a:pPr>
            <a:r>
              <a:rPr lang="en-US" dirty="0"/>
              <a:t>    &lt;source </a:t>
            </a:r>
            <a:r>
              <a:rPr lang="en-US" dirty="0" err="1"/>
              <a:t>src</a:t>
            </a:r>
            <a:r>
              <a:rPr lang="en-US" dirty="0"/>
              <a:t>="audio/Ngoni.mp3" type="audio/mpeg"&gt;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Browsermu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tag audio, upgrade </a:t>
            </a:r>
            <a:r>
              <a:rPr lang="en-US" dirty="0" err="1"/>
              <a:t>donk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&lt;/audio&gt;</a:t>
            </a:r>
          </a:p>
          <a:p>
            <a:r>
              <a:rPr lang="id-ID" dirty="0"/>
              <a:t>Jika bernilai true, maka nilainya boleh tidak diisi. Nilai true artinya, kita akan mengaktifkan tombol kontrol dan jika nilainya false maka artinya tombol kontrol tidak diaktifkan.</a:t>
            </a:r>
          </a:p>
        </p:txBody>
      </p:sp>
    </p:spTree>
    <p:extLst>
      <p:ext uri="{BB962C8B-B14F-4D97-AF65-F5344CB8AC3E}">
        <p14:creationId xmlns:p14="http://schemas.microsoft.com/office/powerpoint/2010/main" val="226301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2925-4F91-44F0-9242-5EFD351C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Autoplay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4F5E-EC34-4DA0-A3DA-73BFB191B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d-ID" dirty="0"/>
              <a:t>Atribut ini berfungsi untuk memutar audio secara otomatis. Nilai yang bisa diberikan pada atribut ini adalah true dan false.</a:t>
            </a:r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penulisan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&lt;audio </a:t>
            </a:r>
            <a:r>
              <a:rPr lang="en-US" dirty="0" err="1"/>
              <a:t>autoplay</a:t>
            </a:r>
            <a:r>
              <a:rPr lang="en-US" dirty="0"/>
              <a:t>="true"&gt;</a:t>
            </a:r>
          </a:p>
          <a:p>
            <a:pPr marL="0" indent="0">
              <a:buNone/>
            </a:pPr>
            <a:r>
              <a:rPr lang="en-US" dirty="0"/>
              <a:t>    &lt;source </a:t>
            </a:r>
            <a:r>
              <a:rPr lang="en-US" dirty="0" err="1"/>
              <a:t>src</a:t>
            </a:r>
            <a:r>
              <a:rPr lang="en-US" dirty="0"/>
              <a:t>="audio/Ngoni.mp3" type="audio/mpeg"&gt;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Browsermu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tag audio, upgrade </a:t>
            </a:r>
            <a:r>
              <a:rPr lang="en-US" dirty="0" err="1"/>
              <a:t>donk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&lt;/audio&gt;</a:t>
            </a:r>
          </a:p>
          <a:p>
            <a:r>
              <a:rPr lang="id-ID" dirty="0"/>
              <a:t>Nilai true artinya kita akan memutar audio secara otomatis, dan false artinya audio tidak akan diputar secara otomatis.</a:t>
            </a:r>
          </a:p>
        </p:txBody>
      </p:sp>
    </p:spTree>
    <p:extLst>
      <p:ext uri="{BB962C8B-B14F-4D97-AF65-F5344CB8AC3E}">
        <p14:creationId xmlns:p14="http://schemas.microsoft.com/office/powerpoint/2010/main" val="714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2925-4F91-44F0-9242-5EFD351C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4F5E-EC34-4DA0-A3DA-73BFB191B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Atribut loop berfungsi untuk mengulang-ulang pemutaran audio. Ini seperti repeat one. Nilai yang bisa diberikan adalah true dan false.</a:t>
            </a:r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penulisan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&lt;audio loop="true"&gt;</a:t>
            </a:r>
          </a:p>
          <a:p>
            <a:pPr marL="0" indent="0">
              <a:buNone/>
            </a:pPr>
            <a:r>
              <a:rPr lang="en-US" dirty="0"/>
              <a:t>    &lt;source </a:t>
            </a:r>
            <a:r>
              <a:rPr lang="en-US" dirty="0" err="1"/>
              <a:t>src</a:t>
            </a:r>
            <a:r>
              <a:rPr lang="en-US" dirty="0"/>
              <a:t>="audio/Ngoni.mp3" type="audio/mpeg"&gt;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Browsermu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tag audio, upgrade </a:t>
            </a:r>
            <a:r>
              <a:rPr lang="en-US" dirty="0" err="1"/>
              <a:t>donk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&lt;/audio&gt;</a:t>
            </a:r>
          </a:p>
        </p:txBody>
      </p:sp>
    </p:spTree>
    <p:extLst>
      <p:ext uri="{BB962C8B-B14F-4D97-AF65-F5344CB8AC3E}">
        <p14:creationId xmlns:p14="http://schemas.microsoft.com/office/powerpoint/2010/main" val="196829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2925-4F91-44F0-9242-5EFD351C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muted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4F5E-EC34-4DA0-A3DA-73BFB191B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Atribut ini berfungsi untuk mensenyapkan audio. Nilai yang bisa diberikan adalah true dan false.</a:t>
            </a:r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penulisan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&lt;audio muted="true"&gt;</a:t>
            </a:r>
          </a:p>
          <a:p>
            <a:pPr marL="0" indent="0">
              <a:buNone/>
            </a:pPr>
            <a:r>
              <a:rPr lang="en-US" dirty="0"/>
              <a:t>    &lt;source </a:t>
            </a:r>
            <a:r>
              <a:rPr lang="en-US" dirty="0" err="1"/>
              <a:t>src</a:t>
            </a:r>
            <a:r>
              <a:rPr lang="en-US" dirty="0"/>
              <a:t>="audio/Ngoni.mp3" type="audio/mpeg"&gt;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Browsermu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tag audio, upgrade </a:t>
            </a:r>
            <a:r>
              <a:rPr lang="en-US" dirty="0" err="1"/>
              <a:t>donk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&lt;/audio&gt;</a:t>
            </a:r>
          </a:p>
        </p:txBody>
      </p:sp>
    </p:spTree>
    <p:extLst>
      <p:ext uri="{BB962C8B-B14F-4D97-AF65-F5344CB8AC3E}">
        <p14:creationId xmlns:p14="http://schemas.microsoft.com/office/powerpoint/2010/main" val="349542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228B-1426-4186-A574-28B03312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E1CC-79D7-4786-942B-A3B13E44E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Jika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autoplay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mozilla</a:t>
            </a:r>
            <a:r>
              <a:rPr lang="en-US" dirty="0"/>
              <a:t> </a:t>
            </a:r>
            <a:r>
              <a:rPr lang="en-US" dirty="0" err="1"/>
              <a:t>atu</a:t>
            </a:r>
            <a:r>
              <a:rPr lang="en-US" dirty="0"/>
              <a:t> web browser lain </a:t>
            </a:r>
            <a:r>
              <a:rPr lang="en-US" dirty="0" err="1"/>
              <a:t>selain</a:t>
            </a:r>
            <a:r>
              <a:rPr lang="en-US" dirty="0"/>
              <a:t> google chrome,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terhalangi</a:t>
            </a:r>
            <a:r>
              <a:rPr lang="en-US" dirty="0"/>
              <a:t> oleh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kebijakan</a:t>
            </a:r>
            <a:r>
              <a:rPr lang="en-US" dirty="0"/>
              <a:t> yang </a:t>
            </a:r>
            <a:r>
              <a:rPr lang="en-US" dirty="0" err="1"/>
              <a:t>ditetapkan</a:t>
            </a:r>
            <a:r>
              <a:rPr lang="en-US" dirty="0"/>
              <a:t> oleh </a:t>
            </a:r>
            <a:r>
              <a:rPr lang="en-US"/>
              <a:t>google chrome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5394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27</TotalTime>
  <Words>412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HTML 12</vt:lpstr>
      <vt:lpstr>Menambahkan Audio</vt:lpstr>
      <vt:lpstr>PowerPoint Presentation</vt:lpstr>
      <vt:lpstr>PowerPoint Presentation</vt:lpstr>
      <vt:lpstr>Atribut – atribut yang sering digunakan</vt:lpstr>
      <vt:lpstr>controls</vt:lpstr>
      <vt:lpstr>Autoplay</vt:lpstr>
      <vt:lpstr>Loop</vt:lpstr>
      <vt:lpstr>muted</vt:lpstr>
      <vt:lpstr>Tips &amp; Trick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12</dc:title>
  <dc:creator>Fauzan Hendro</dc:creator>
  <cp:lastModifiedBy>Fauzan Hendro</cp:lastModifiedBy>
  <cp:revision>3</cp:revision>
  <dcterms:created xsi:type="dcterms:W3CDTF">2024-07-18T14:25:50Z</dcterms:created>
  <dcterms:modified xsi:type="dcterms:W3CDTF">2024-07-22T10:41:29Z</dcterms:modified>
</cp:coreProperties>
</file>