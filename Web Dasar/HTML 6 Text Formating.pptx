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86BA26DA-5CAC-4711-A931-FB526E709EBF}" type="datetimeFigureOut">
              <a:rPr lang="id-ID" smtClean="0"/>
              <a:t>24/07/2024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D9300213-FC6A-4744-8BB9-289AE5B4F389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769255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A26DA-5CAC-4711-A931-FB526E709EBF}" type="datetimeFigureOut">
              <a:rPr lang="id-ID" smtClean="0"/>
              <a:t>24/07/2024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00213-FC6A-4744-8BB9-289AE5B4F389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277634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A26DA-5CAC-4711-A931-FB526E709EBF}" type="datetimeFigureOut">
              <a:rPr lang="id-ID" smtClean="0"/>
              <a:t>24/07/2024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00213-FC6A-4744-8BB9-289AE5B4F389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739332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A26DA-5CAC-4711-A931-FB526E709EBF}" type="datetimeFigureOut">
              <a:rPr lang="id-ID" smtClean="0"/>
              <a:t>24/07/2024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00213-FC6A-4744-8BB9-289AE5B4F389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401480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A26DA-5CAC-4711-A931-FB526E709EBF}" type="datetimeFigureOut">
              <a:rPr lang="id-ID" smtClean="0"/>
              <a:t>24/07/2024</a:t>
            </a:fld>
            <a:endParaRPr lang="id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00213-FC6A-4744-8BB9-289AE5B4F389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210824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A26DA-5CAC-4711-A931-FB526E709EBF}" type="datetimeFigureOut">
              <a:rPr lang="id-ID" smtClean="0"/>
              <a:t>24/07/2024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00213-FC6A-4744-8BB9-289AE5B4F389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74942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A26DA-5CAC-4711-A931-FB526E709EBF}" type="datetimeFigureOut">
              <a:rPr lang="id-ID" smtClean="0"/>
              <a:t>24/07/2024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00213-FC6A-4744-8BB9-289AE5B4F389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615220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A26DA-5CAC-4711-A931-FB526E709EBF}" type="datetimeFigureOut">
              <a:rPr lang="id-ID" smtClean="0"/>
              <a:t>24/07/2024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00213-FC6A-4744-8BB9-289AE5B4F389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770883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A26DA-5CAC-4711-A931-FB526E709EBF}" type="datetimeFigureOut">
              <a:rPr lang="id-ID" smtClean="0"/>
              <a:t>24/07/2024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00213-FC6A-4744-8BB9-289AE5B4F389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462148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A26DA-5CAC-4711-A931-FB526E709EBF}" type="datetimeFigureOut">
              <a:rPr lang="id-ID" smtClean="0"/>
              <a:t>24/07/2024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00213-FC6A-4744-8BB9-289AE5B4F389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540029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A26DA-5CAC-4711-A931-FB526E709EBF}" type="datetimeFigureOut">
              <a:rPr lang="id-ID" smtClean="0"/>
              <a:t>24/07/2024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00213-FC6A-4744-8BB9-289AE5B4F389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6570568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A26DA-5CAC-4711-A931-FB526E709EBF}" type="datetimeFigureOut">
              <a:rPr lang="id-ID" smtClean="0"/>
              <a:t>24/07/2024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00213-FC6A-4744-8BB9-289AE5B4F389}" type="slidenum">
              <a:rPr lang="id-ID" smtClean="0"/>
              <a:t>‹#›</a:t>
            </a:fld>
            <a:endParaRPr lang="id-ID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870181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A26DA-5CAC-4711-A931-FB526E709EBF}" type="datetimeFigureOut">
              <a:rPr lang="id-ID" smtClean="0"/>
              <a:t>24/07/2024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00213-FC6A-4744-8BB9-289AE5B4F389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5849034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A26DA-5CAC-4711-A931-FB526E709EBF}" type="datetimeFigureOut">
              <a:rPr lang="id-ID" smtClean="0"/>
              <a:t>24/07/2024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00213-FC6A-4744-8BB9-289AE5B4F389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2307235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A26DA-5CAC-4711-A931-FB526E709EBF}" type="datetimeFigureOut">
              <a:rPr lang="id-ID" smtClean="0"/>
              <a:t>24/07/2024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00213-FC6A-4744-8BB9-289AE5B4F389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631336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A26DA-5CAC-4711-A931-FB526E709EBF}" type="datetimeFigureOut">
              <a:rPr lang="id-ID" smtClean="0"/>
              <a:t>24/07/2024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00213-FC6A-4744-8BB9-289AE5B4F389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1987441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A26DA-5CAC-4711-A931-FB526E709EBF}" type="datetimeFigureOut">
              <a:rPr lang="id-ID" smtClean="0"/>
              <a:t>24/07/2024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00213-FC6A-4744-8BB9-289AE5B4F389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69881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BA26DA-5CAC-4711-A931-FB526E709EBF}" type="datetimeFigureOut">
              <a:rPr lang="id-ID" smtClean="0"/>
              <a:t>24/07/2024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300213-FC6A-4744-8BB9-289AE5B4F389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19918288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F7F24-EE5B-438D-8186-2275786F2C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HTML 6</a:t>
            </a:r>
            <a:endParaRPr lang="id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D161B9-ACFD-403F-A1B2-492AE71D46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Text </a:t>
            </a:r>
            <a:r>
              <a:rPr lang="en-US" dirty="0" err="1"/>
              <a:t>Formating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549653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662FC-FE74-4603-80F0-194391D80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text formatting ?</a:t>
            </a:r>
            <a:endParaRPr lang="id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84A4DD-1785-4AAC-8867-C80EF9326F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569538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EDA2C-F6D4-4BA0-BD4C-CD9D3B021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</a:t>
            </a:r>
            <a:r>
              <a:rPr lang="en-US" dirty="0" err="1"/>
              <a:t>formating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4FF454-4FB0-4C23-922C-479522B121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Apakah</a:t>
            </a:r>
            <a:r>
              <a:rPr lang="en-US" dirty="0"/>
              <a:t> kalian </a:t>
            </a:r>
            <a:r>
              <a:rPr lang="en-US" dirty="0" err="1"/>
              <a:t>pernah</a:t>
            </a:r>
            <a:r>
              <a:rPr lang="en-US" dirty="0"/>
              <a:t> </a:t>
            </a:r>
            <a:r>
              <a:rPr lang="en-US" dirty="0" err="1"/>
              <a:t>melihat</a:t>
            </a:r>
            <a:r>
              <a:rPr lang="en-US" dirty="0"/>
              <a:t> text yang </a:t>
            </a:r>
            <a:r>
              <a:rPr lang="en-US" dirty="0" err="1"/>
              <a:t>ditulis</a:t>
            </a:r>
            <a:r>
              <a:rPr lang="en-US" dirty="0"/>
              <a:t> </a:t>
            </a:r>
            <a:r>
              <a:rPr lang="en-US" b="1" dirty="0" err="1"/>
              <a:t>tebal</a:t>
            </a:r>
            <a:r>
              <a:rPr lang="en-US" dirty="0"/>
              <a:t>, </a:t>
            </a:r>
            <a:r>
              <a:rPr lang="en-US" i="1" dirty="0"/>
              <a:t>miring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u="sng" dirty="0"/>
              <a:t>garis </a:t>
            </a:r>
            <a:r>
              <a:rPr lang="en-US" u="sng" dirty="0" err="1"/>
              <a:t>bawah</a:t>
            </a:r>
            <a:r>
              <a:rPr lang="en-US" dirty="0"/>
              <a:t>?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mudah</a:t>
            </a:r>
            <a:r>
              <a:rPr lang="en-US" dirty="0"/>
              <a:t> </a:t>
            </a:r>
            <a:r>
              <a:rPr lang="en-US" dirty="0" err="1"/>
              <a:t>dibaca</a:t>
            </a:r>
            <a:r>
              <a:rPr lang="en-US" dirty="0"/>
              <a:t> </a:t>
            </a:r>
            <a:r>
              <a:rPr lang="en-US" dirty="0" err="1"/>
              <a:t>bukan</a:t>
            </a:r>
            <a:r>
              <a:rPr lang="en-US" dirty="0"/>
              <a:t>. Kita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membuat</a:t>
            </a:r>
            <a:r>
              <a:rPr lang="en-US" dirty="0"/>
              <a:t> text </a:t>
            </a:r>
            <a:r>
              <a:rPr lang="en-US" dirty="0" err="1"/>
              <a:t>terformat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 di </a:t>
            </a:r>
            <a:r>
              <a:rPr lang="en-US" dirty="0" err="1"/>
              <a:t>pelajaran</a:t>
            </a:r>
            <a:r>
              <a:rPr lang="en-US" dirty="0"/>
              <a:t> kali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yaitu</a:t>
            </a:r>
            <a:r>
              <a:rPr lang="en-US" dirty="0"/>
              <a:t> text </a:t>
            </a:r>
            <a:r>
              <a:rPr lang="en-US" dirty="0" err="1"/>
              <a:t>formating</a:t>
            </a:r>
            <a:r>
              <a:rPr lang="en-US" dirty="0"/>
              <a:t> 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15451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42893-EE1C-4C14-A63B-6F3358059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Text </a:t>
            </a:r>
            <a:r>
              <a:rPr lang="en-US" b="1" dirty="0" err="1"/>
              <a:t>tebal</a:t>
            </a:r>
            <a:r>
              <a:rPr lang="en-US" b="1" dirty="0"/>
              <a:t> ( bold )</a:t>
            </a:r>
            <a:endParaRPr lang="id-ID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8AD9C4-979B-4E36-BC22-DC53CE525C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Teks tebal biasanya digunakan untuk memberikan penegasan pada teks tertentu, misalnya seperti judul, subjudul, huruf penting, dll.</a:t>
            </a:r>
            <a:endParaRPr lang="en-US" dirty="0"/>
          </a:p>
          <a:p>
            <a:r>
              <a:rPr lang="en-US" dirty="0"/>
              <a:t>Tag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teks</a:t>
            </a:r>
            <a:r>
              <a:rPr lang="en-US" dirty="0"/>
              <a:t> </a:t>
            </a:r>
            <a:r>
              <a:rPr lang="en-US" dirty="0" err="1"/>
              <a:t>tebal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sendiri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2 </a:t>
            </a:r>
            <a:r>
              <a:rPr lang="en-US" dirty="0" err="1"/>
              <a:t>yaitu</a:t>
            </a:r>
            <a:r>
              <a:rPr lang="en-US" dirty="0"/>
              <a:t> &lt;b&gt; (bold) dan &lt;strong&gt;. Kalian </a:t>
            </a:r>
            <a:r>
              <a:rPr lang="en-US" dirty="0" err="1"/>
              <a:t>bebas</a:t>
            </a:r>
            <a:r>
              <a:rPr lang="en-US" dirty="0"/>
              <a:t> </a:t>
            </a:r>
            <a:r>
              <a:rPr lang="en-US" dirty="0" err="1"/>
              <a:t>memilih</a:t>
            </a:r>
            <a:r>
              <a:rPr lang="en-US" dirty="0"/>
              <a:t> yang mana</a:t>
            </a:r>
          </a:p>
          <a:p>
            <a:pPr marL="0" indent="0">
              <a:buNone/>
            </a:pP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341205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F6156-CDD1-441F-97B0-7F2FA40A6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649356"/>
          </a:xfrm>
        </p:spPr>
        <p:txBody>
          <a:bodyPr/>
          <a:lstStyle/>
          <a:p>
            <a:r>
              <a:rPr lang="en-US" dirty="0" err="1"/>
              <a:t>contoh</a:t>
            </a:r>
            <a:endParaRPr lang="id-ID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F641E30-6060-4019-9F26-26D829E858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51935" y="1773479"/>
            <a:ext cx="4781550" cy="2809875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365D37-3D63-4ECD-AD58-8AD9DC98A1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6705" y="1258957"/>
            <a:ext cx="5293852" cy="5300869"/>
          </a:xfrm>
        </p:spPr>
        <p:txBody>
          <a:bodyPr>
            <a:normAutofit/>
          </a:bodyPr>
          <a:lstStyle/>
          <a:p>
            <a:r>
              <a:rPr lang="id-ID" dirty="0"/>
              <a:t>&lt;body&gt;</a:t>
            </a:r>
          </a:p>
          <a:p>
            <a:r>
              <a:rPr lang="id-ID" dirty="0"/>
              <a:t>    &lt;h1&gt;Text Tebal di HTML&lt;/h1&gt;</a:t>
            </a:r>
          </a:p>
          <a:p>
            <a:r>
              <a:rPr lang="id-ID" dirty="0"/>
              <a:t>    &lt;p&gt;</a:t>
            </a:r>
          </a:p>
          <a:p>
            <a:r>
              <a:rPr lang="id-ID" dirty="0"/>
              <a:t>      &lt;strong&gt;Teks formatting itu penting!&lt;/strong&gt; Karena dapat membuat tulisan</a:t>
            </a:r>
            <a:r>
              <a:rPr lang="en-US" dirty="0"/>
              <a:t> </a:t>
            </a:r>
            <a:r>
              <a:rPr lang="id-ID" dirty="0"/>
              <a:t>terlihat lebih menarik sehingga akan membuat &lt;b&gt;pengunjung senang&lt;/b&gt;</a:t>
            </a:r>
            <a:r>
              <a:rPr lang="en-US" dirty="0"/>
              <a:t> </a:t>
            </a:r>
            <a:r>
              <a:rPr lang="id-ID" dirty="0"/>
              <a:t>membacanya.</a:t>
            </a:r>
          </a:p>
          <a:p>
            <a:r>
              <a:rPr lang="id-ID" dirty="0"/>
              <a:t>    &lt;/p&gt;</a:t>
            </a:r>
          </a:p>
          <a:p>
            <a:r>
              <a:rPr lang="id-ID" dirty="0"/>
              <a:t>  &lt;/body&gt;</a:t>
            </a:r>
          </a:p>
        </p:txBody>
      </p:sp>
    </p:spTree>
    <p:extLst>
      <p:ext uri="{BB962C8B-B14F-4D97-AF65-F5344CB8AC3E}">
        <p14:creationId xmlns:p14="http://schemas.microsoft.com/office/powerpoint/2010/main" val="4412785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42893-EE1C-4C14-A63B-6F3358059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Text miring ( italic )</a:t>
            </a:r>
            <a:endParaRPr lang="id-ID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8AD9C4-979B-4E36-BC22-DC53CE525C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Teks miring biasanya digunakan untuk menegaskan sebuah kata atau istilah baru.</a:t>
            </a:r>
            <a:endParaRPr lang="en-US" dirty="0"/>
          </a:p>
          <a:p>
            <a:r>
              <a:rPr lang="en-US" dirty="0"/>
              <a:t>Teks miring di HTML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buat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tag &lt;</a:t>
            </a:r>
            <a:r>
              <a:rPr lang="en-US" dirty="0" err="1"/>
              <a:t>i</a:t>
            </a:r>
            <a:r>
              <a:rPr lang="en-US" dirty="0"/>
              <a:t>&gt; (italic) dan juga tag &lt;</a:t>
            </a:r>
            <a:r>
              <a:rPr lang="en-US" dirty="0" err="1"/>
              <a:t>em</a:t>
            </a:r>
            <a:r>
              <a:rPr lang="en-US" dirty="0"/>
              <a:t>&gt; (emphasis).</a:t>
            </a:r>
          </a:p>
          <a:p>
            <a:pPr marL="0" indent="0">
              <a:buNone/>
            </a:pP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4800019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F6156-CDD1-441F-97B0-7F2FA40A6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649356"/>
          </a:xfrm>
        </p:spPr>
        <p:txBody>
          <a:bodyPr/>
          <a:lstStyle/>
          <a:p>
            <a:r>
              <a:rPr lang="en-US" dirty="0" err="1"/>
              <a:t>contoh</a:t>
            </a:r>
            <a:endParaRPr lang="id-ID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365D37-3D63-4ECD-AD58-8AD9DC98A1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6705" y="1258957"/>
            <a:ext cx="5293852" cy="5300869"/>
          </a:xfrm>
        </p:spPr>
        <p:txBody>
          <a:bodyPr>
            <a:normAutofit/>
          </a:bodyPr>
          <a:lstStyle/>
          <a:p>
            <a:r>
              <a:rPr lang="id-ID" dirty="0"/>
              <a:t>&lt;body&gt;</a:t>
            </a:r>
          </a:p>
          <a:p>
            <a:r>
              <a:rPr lang="id-ID" dirty="0"/>
              <a:t>  &lt;h1&gt;Text Miring di HTML&lt;/h1&gt;</a:t>
            </a:r>
          </a:p>
          <a:p>
            <a:r>
              <a:rPr lang="id-ID" dirty="0"/>
              <a:t>  &lt;p&gt;</a:t>
            </a:r>
          </a:p>
          <a:p>
            <a:r>
              <a:rPr lang="id-ID" dirty="0"/>
              <a:t>    Gunakan &lt;i&gt;teks miring&lt;/i&gt; untuk memberikan penekanan pada teks,</a:t>
            </a:r>
            <a:r>
              <a:rPr lang="en-US" dirty="0"/>
              <a:t> </a:t>
            </a:r>
            <a:r>
              <a:rPr lang="id-ID" dirty="0"/>
              <a:t>sehingga akan &lt;em&gt;menarik perhatian&lt;/em&gt; pembaca. Biasanya</a:t>
            </a:r>
            <a:r>
              <a:rPr lang="en-US" dirty="0"/>
              <a:t> </a:t>
            </a:r>
            <a:r>
              <a:rPr lang="id-ID" dirty="0"/>
              <a:t>digunakan pada &lt;i&gt;istilah asing&lt;/i&gt; atau kata serapan dari &lt;em&gt;bahasa daerah&lt;/em&gt;.</a:t>
            </a:r>
          </a:p>
          <a:p>
            <a:r>
              <a:rPr lang="id-ID" dirty="0"/>
              <a:t>  &lt;/p&gt;</a:t>
            </a:r>
          </a:p>
          <a:p>
            <a:r>
              <a:rPr lang="id-ID" dirty="0"/>
              <a:t>&lt;/body&gt;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A3453FB-9B72-4B45-A7FD-4AFA169DE6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40557" y="2047875"/>
            <a:ext cx="4791075" cy="2762250"/>
          </a:xfrm>
        </p:spPr>
      </p:pic>
    </p:spTree>
    <p:extLst>
      <p:ext uri="{BB962C8B-B14F-4D97-AF65-F5344CB8AC3E}">
        <p14:creationId xmlns:p14="http://schemas.microsoft.com/office/powerpoint/2010/main" val="1465193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42893-EE1C-4C14-A63B-6F3358059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Text garis </a:t>
            </a:r>
            <a:r>
              <a:rPr lang="en-US" u="sng" dirty="0" err="1"/>
              <a:t>bawah</a:t>
            </a:r>
            <a:r>
              <a:rPr lang="en-US" u="sng" dirty="0"/>
              <a:t> ( underline )</a:t>
            </a:r>
            <a:endParaRPr lang="id-ID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8AD9C4-979B-4E36-BC22-DC53CE525C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Garis bawah biasanya digunakan untuk menandai teks yang disisipkan atau teks yang memiliki arti penting dibandingkan teks normal lainnya.</a:t>
            </a:r>
            <a:endParaRPr lang="en-US" dirty="0"/>
          </a:p>
          <a:p>
            <a:r>
              <a:rPr lang="en-US" dirty="0"/>
              <a:t>Garis </a:t>
            </a:r>
            <a:r>
              <a:rPr lang="en-US" dirty="0" err="1"/>
              <a:t>bawah</a:t>
            </a:r>
            <a:r>
              <a:rPr lang="en-US" dirty="0"/>
              <a:t> di HTML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buat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tag &lt;u&gt; (underline) </a:t>
            </a:r>
            <a:r>
              <a:rPr lang="en-US" dirty="0" err="1"/>
              <a:t>atau</a:t>
            </a:r>
            <a:r>
              <a:rPr lang="en-US" dirty="0"/>
              <a:t> juga tag &lt;ins&gt; (insert).</a:t>
            </a:r>
          </a:p>
          <a:p>
            <a:pPr marL="0" indent="0">
              <a:buNone/>
            </a:pP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6694754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F6156-CDD1-441F-97B0-7F2FA40A6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649356"/>
          </a:xfrm>
        </p:spPr>
        <p:txBody>
          <a:bodyPr/>
          <a:lstStyle/>
          <a:p>
            <a:r>
              <a:rPr lang="en-US" dirty="0" err="1"/>
              <a:t>contoh</a:t>
            </a:r>
            <a:endParaRPr lang="id-ID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365D37-3D63-4ECD-AD58-8AD9DC98A1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6705" y="1258957"/>
            <a:ext cx="5293852" cy="5300869"/>
          </a:xfrm>
        </p:spPr>
        <p:txBody>
          <a:bodyPr>
            <a:normAutofit/>
          </a:bodyPr>
          <a:lstStyle/>
          <a:p>
            <a:r>
              <a:rPr lang="id-ID" dirty="0"/>
              <a:t>&lt;body&gt;</a:t>
            </a:r>
          </a:p>
          <a:p>
            <a:r>
              <a:rPr lang="id-ID" dirty="0"/>
              <a:t>  &lt;h1&gt;Garis Bawah di HTML&lt;/h1&gt;</a:t>
            </a:r>
          </a:p>
          <a:p>
            <a:r>
              <a:rPr lang="id-ID" dirty="0"/>
              <a:t>  &lt;p&gt;</a:t>
            </a:r>
          </a:p>
          <a:p>
            <a:r>
              <a:rPr lang="id-ID" dirty="0"/>
              <a:t>    &lt;u&gt;Text formatting itu penting&lt;/u&gt;, karena dapat</a:t>
            </a:r>
            <a:r>
              <a:rPr lang="en-US" dirty="0"/>
              <a:t> </a:t>
            </a:r>
            <a:r>
              <a:rPr lang="id-ID" dirty="0"/>
              <a:t>membuat teks terlihat</a:t>
            </a:r>
            <a:r>
              <a:rPr lang="en-US" dirty="0"/>
              <a:t> </a:t>
            </a:r>
            <a:r>
              <a:rPr lang="id-ID" dirty="0"/>
              <a:t>lebih menarik dibandingkan text biasa &lt;ins&gt;plain text&lt;/ins&gt;.</a:t>
            </a:r>
          </a:p>
          <a:p>
            <a:r>
              <a:rPr lang="id-ID" dirty="0"/>
              <a:t>  &lt;/p&gt;</a:t>
            </a:r>
          </a:p>
          <a:p>
            <a:r>
              <a:rPr lang="id-ID" dirty="0"/>
              <a:t>&lt;/body&gt;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288CE13-C947-491C-BA68-EB2BE3F563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40557" y="1857341"/>
            <a:ext cx="4762500" cy="2933700"/>
          </a:xfrm>
        </p:spPr>
      </p:pic>
    </p:spTree>
    <p:extLst>
      <p:ext uri="{BB962C8B-B14F-4D97-AF65-F5344CB8AC3E}">
        <p14:creationId xmlns:p14="http://schemas.microsoft.com/office/powerpoint/2010/main" val="4796446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42893-EE1C-4C14-A63B-6F3358059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trike="sngStrike" dirty="0"/>
              <a:t>Text </a:t>
            </a:r>
            <a:r>
              <a:rPr lang="en-US" strike="sngStrike" dirty="0" err="1"/>
              <a:t>tercoret</a:t>
            </a:r>
            <a:endParaRPr lang="id-ID" strike="sngStri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8AD9C4-979B-4E36-BC22-DC53CE525C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Teks tercoret memiliki arti teks yang dihapus. Biasanya untuk memberitahu pembaca bahwa teks tersebut tidak dipakai atau dihapus.</a:t>
            </a:r>
            <a:endParaRPr lang="en-US" dirty="0"/>
          </a:p>
          <a:p>
            <a:r>
              <a:rPr lang="en-US" dirty="0"/>
              <a:t>Tag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membuat</a:t>
            </a:r>
            <a:r>
              <a:rPr lang="en-US" dirty="0"/>
              <a:t> </a:t>
            </a:r>
            <a:r>
              <a:rPr lang="en-US" dirty="0" err="1"/>
              <a:t>teks</a:t>
            </a:r>
            <a:r>
              <a:rPr lang="en-US" dirty="0"/>
              <a:t> </a:t>
            </a:r>
            <a:r>
              <a:rPr lang="en-US" dirty="0" err="1"/>
              <a:t>tercoret</a:t>
            </a:r>
            <a:r>
              <a:rPr lang="en-US" dirty="0"/>
              <a:t> di HTML </a:t>
            </a:r>
            <a:r>
              <a:rPr lang="en-US" dirty="0" err="1"/>
              <a:t>adalah</a:t>
            </a:r>
            <a:r>
              <a:rPr lang="en-US" dirty="0"/>
              <a:t> tag &lt;s&gt; (strikethrough)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bisa</a:t>
            </a:r>
            <a:r>
              <a:rPr lang="en-US" dirty="0"/>
              <a:t> juga </a:t>
            </a:r>
            <a:r>
              <a:rPr lang="en-US" dirty="0" err="1"/>
              <a:t>dengan</a:t>
            </a:r>
            <a:r>
              <a:rPr lang="en-US" dirty="0"/>
              <a:t> tag &lt;del&gt; (delete).</a:t>
            </a:r>
          </a:p>
          <a:p>
            <a:pPr marL="0" indent="0">
              <a:buNone/>
            </a:pP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6408895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F6156-CDD1-441F-97B0-7F2FA40A6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649356"/>
          </a:xfrm>
        </p:spPr>
        <p:txBody>
          <a:bodyPr/>
          <a:lstStyle/>
          <a:p>
            <a:r>
              <a:rPr lang="en-US" dirty="0" err="1"/>
              <a:t>contoh</a:t>
            </a:r>
            <a:endParaRPr lang="id-ID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365D37-3D63-4ECD-AD58-8AD9DC98A1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6705" y="1258957"/>
            <a:ext cx="5293852" cy="5300869"/>
          </a:xfrm>
        </p:spPr>
        <p:txBody>
          <a:bodyPr>
            <a:normAutofit/>
          </a:bodyPr>
          <a:lstStyle/>
          <a:p>
            <a:r>
              <a:rPr lang="id-ID" dirty="0"/>
              <a:t>&lt;body&gt;</a:t>
            </a:r>
          </a:p>
          <a:p>
            <a:r>
              <a:rPr lang="id-ID" dirty="0"/>
              <a:t>  &lt;h1&gt;Text Tercoret di HTML&lt;/h1&gt;</a:t>
            </a:r>
          </a:p>
          <a:p>
            <a:r>
              <a:rPr lang="id-ID" dirty="0"/>
              <a:t>  &lt;p&gt;</a:t>
            </a:r>
          </a:p>
          <a:p>
            <a:r>
              <a:rPr lang="id-ID" dirty="0"/>
              <a:t>    Coretlah teks yang tidak &lt;s&gt;dibutuhkan&lt;/s&gt; terpakai, ini bisa memberitahu pembaca tentang perbaikan dari teks tersebut. Kadang juga teks &lt;del&gt;tercoret&lt;/del&gt;</a:t>
            </a:r>
            <a:r>
              <a:rPr lang="en-US" dirty="0"/>
              <a:t> </a:t>
            </a:r>
            <a:r>
              <a:rPr lang="id-ID" dirty="0"/>
              <a:t> &lt;ins&gt;yang dicoret&lt;/ins&gt;, diperbaiki dengan menambahkan teks dengan garis bawah.</a:t>
            </a:r>
          </a:p>
          <a:p>
            <a:r>
              <a:rPr lang="id-ID" dirty="0"/>
              <a:t>  &lt;/p&gt;</a:t>
            </a:r>
          </a:p>
          <a:p>
            <a:r>
              <a:rPr lang="id-ID" dirty="0"/>
              <a:t>&lt;/body&gt;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52D7A11-62B2-419D-AC40-F31EE3810D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40557" y="1982201"/>
            <a:ext cx="4791075" cy="2657475"/>
          </a:xfrm>
        </p:spPr>
      </p:pic>
    </p:spTree>
    <p:extLst>
      <p:ext uri="{BB962C8B-B14F-4D97-AF65-F5344CB8AC3E}">
        <p14:creationId xmlns:p14="http://schemas.microsoft.com/office/powerpoint/2010/main" val="27074001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42893-EE1C-4C14-A63B-6F3358059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Membuat</a:t>
            </a:r>
            <a:r>
              <a:rPr lang="en-US" dirty="0"/>
              <a:t> </a:t>
            </a:r>
            <a:r>
              <a:rPr lang="en-US" dirty="0" err="1"/>
              <a:t>Pangkat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8AD9C4-979B-4E36-BC22-DC53CE525C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Pangkat biasanya digunakan pada rumus. Ada dua jenis pangkat yang bisa dibuat di HTML, yakni pangkat yang berada di atas (superscript) dan pangkat di bawah (subscript).</a:t>
            </a:r>
            <a:endParaRPr lang="en-US" dirty="0"/>
          </a:p>
          <a:p>
            <a:r>
              <a:rPr lang="en-US" dirty="0"/>
              <a:t>Tag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membuat</a:t>
            </a:r>
            <a:r>
              <a:rPr lang="en-US" dirty="0"/>
              <a:t> </a:t>
            </a:r>
            <a:r>
              <a:rPr lang="en-US" dirty="0" err="1"/>
              <a:t>pangkat</a:t>
            </a:r>
            <a:r>
              <a:rPr lang="en-US" dirty="0"/>
              <a:t> di HTML </a:t>
            </a:r>
            <a:r>
              <a:rPr lang="en-US" dirty="0" err="1"/>
              <a:t>adalah</a:t>
            </a:r>
            <a:r>
              <a:rPr lang="en-US" dirty="0"/>
              <a:t> tag &lt;sup&gt;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membuat</a:t>
            </a:r>
            <a:r>
              <a:rPr lang="en-US" dirty="0"/>
              <a:t> </a:t>
            </a:r>
            <a:r>
              <a:rPr lang="en-US" dirty="0" err="1"/>
              <a:t>pangkat</a:t>
            </a:r>
            <a:r>
              <a:rPr lang="en-US" dirty="0"/>
              <a:t> </a:t>
            </a:r>
            <a:r>
              <a:rPr lang="en-US" dirty="0" err="1"/>
              <a:t>atas</a:t>
            </a:r>
            <a:r>
              <a:rPr lang="en-US" dirty="0"/>
              <a:t> dan &lt;sub&gt;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membuat</a:t>
            </a:r>
            <a:r>
              <a:rPr lang="en-US" dirty="0"/>
              <a:t> </a:t>
            </a:r>
            <a:r>
              <a:rPr lang="en-US" dirty="0" err="1"/>
              <a:t>pangkat</a:t>
            </a:r>
            <a:r>
              <a:rPr lang="en-US" dirty="0"/>
              <a:t> </a:t>
            </a:r>
            <a:r>
              <a:rPr lang="en-US" dirty="0" err="1"/>
              <a:t>bawah</a:t>
            </a:r>
            <a:r>
              <a:rPr lang="en-US" dirty="0"/>
              <a:t>.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40667288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F6156-CDD1-441F-97B0-7F2FA40A6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649356"/>
          </a:xfrm>
        </p:spPr>
        <p:txBody>
          <a:bodyPr/>
          <a:lstStyle/>
          <a:p>
            <a:r>
              <a:rPr lang="en-US" dirty="0" err="1"/>
              <a:t>contoh</a:t>
            </a:r>
            <a:endParaRPr lang="id-ID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365D37-3D63-4ECD-AD58-8AD9DC98A1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6705" y="1258957"/>
            <a:ext cx="5293852" cy="5300869"/>
          </a:xfrm>
        </p:spPr>
        <p:txBody>
          <a:bodyPr>
            <a:normAutofit/>
          </a:bodyPr>
          <a:lstStyle/>
          <a:p>
            <a:r>
              <a:rPr lang="id-ID" dirty="0"/>
              <a:t>&lt;body&gt;</a:t>
            </a:r>
          </a:p>
          <a:p>
            <a:r>
              <a:rPr lang="id-ID" dirty="0"/>
              <a:t>  &lt;h1&gt;Membuat Pangkat di HTML&lt;/h1&gt;</a:t>
            </a:r>
          </a:p>
          <a:p>
            <a:r>
              <a:rPr lang="id-ID" dirty="0"/>
              <a:t>  &lt;p&gt;</a:t>
            </a:r>
          </a:p>
          <a:p>
            <a:r>
              <a:rPr lang="id-ID" dirty="0"/>
              <a:t>    Rumus luas persegi adalah S&lt;sup&gt;2&lt;/sup&gt;, di mana &lt;i&gt;S&lt;/i&gt; adalah sisi dari persegi. Lalu O&lt;sub&gt;2&lt;/sub&gt; adalah rumus kimia dari oksigen.</a:t>
            </a:r>
          </a:p>
          <a:p>
            <a:r>
              <a:rPr lang="id-ID" dirty="0"/>
              <a:t>  &lt;/p&gt;</a:t>
            </a:r>
          </a:p>
          <a:p>
            <a:r>
              <a:rPr lang="id-ID" dirty="0"/>
              <a:t>&lt;/body&gt;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ED552CE-E73B-4C8F-8EE4-E3D5D27660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91472" y="2038350"/>
            <a:ext cx="4743450" cy="2781300"/>
          </a:xfrm>
        </p:spPr>
      </p:pic>
    </p:spTree>
    <p:extLst>
      <p:ext uri="{BB962C8B-B14F-4D97-AF65-F5344CB8AC3E}">
        <p14:creationId xmlns:p14="http://schemas.microsoft.com/office/powerpoint/2010/main" val="19659313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E1DDA-0EC3-4322-9015-CA64A9737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Pertanyaan</a:t>
            </a:r>
            <a:r>
              <a:rPr lang="en-US" dirty="0"/>
              <a:t> </a:t>
            </a:r>
            <a:r>
              <a:rPr lang="en-US" dirty="0" err="1"/>
              <a:t>pertanyaan</a:t>
            </a:r>
            <a:r>
              <a:rPr lang="en-US" dirty="0"/>
              <a:t> yang </a:t>
            </a:r>
            <a:r>
              <a:rPr lang="en-US" dirty="0" err="1"/>
              <a:t>sering</a:t>
            </a:r>
            <a:r>
              <a:rPr lang="en-US" dirty="0"/>
              <a:t> </a:t>
            </a:r>
            <a:r>
              <a:rPr lang="en-US" dirty="0" err="1"/>
              <a:t>ditanyakan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373B89-130C-4649-9E08-DE9DF89F7C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Apakah</a:t>
            </a:r>
            <a:r>
              <a:rPr lang="en-US" dirty="0"/>
              <a:t>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dicampur</a:t>
            </a:r>
            <a:r>
              <a:rPr lang="en-US" dirty="0"/>
              <a:t> </a:t>
            </a:r>
            <a:r>
              <a:rPr lang="en-US" dirty="0" err="1"/>
              <a:t>seperti</a:t>
            </a:r>
            <a:r>
              <a:rPr lang="en-US" dirty="0"/>
              <a:t> bold dan italic?</a:t>
            </a:r>
          </a:p>
          <a:p>
            <a:pPr marL="0" indent="0">
              <a:buNone/>
            </a:pPr>
            <a:r>
              <a:rPr lang="en-US" dirty="0" err="1"/>
              <a:t>Tentu</a:t>
            </a:r>
            <a:r>
              <a:rPr lang="en-US" dirty="0"/>
              <a:t> </a:t>
            </a:r>
            <a:r>
              <a:rPr lang="en-US" dirty="0" err="1"/>
              <a:t>bisa</a:t>
            </a:r>
            <a:r>
              <a:rPr lang="en-US" dirty="0"/>
              <a:t>, </a:t>
            </a:r>
            <a:r>
              <a:rPr lang="en-US" dirty="0" err="1"/>
              <a:t>tapi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ingat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penempatan</a:t>
            </a:r>
            <a:r>
              <a:rPr lang="en-US" dirty="0"/>
              <a:t> dan </a:t>
            </a:r>
            <a:r>
              <a:rPr lang="en-US" dirty="0" err="1"/>
              <a:t>peraturan</a:t>
            </a:r>
            <a:r>
              <a:rPr lang="en-US" dirty="0"/>
              <a:t> </a:t>
            </a:r>
            <a:r>
              <a:rPr lang="en-US" dirty="0" err="1"/>
              <a:t>penulisan</a:t>
            </a:r>
            <a:r>
              <a:rPr lang="en-US" dirty="0"/>
              <a:t> </a:t>
            </a:r>
            <a:r>
              <a:rPr lang="en-US" dirty="0" err="1"/>
              <a:t>tagnya</a:t>
            </a:r>
            <a:endParaRPr lang="en-US" dirty="0"/>
          </a:p>
          <a:p>
            <a:r>
              <a:rPr lang="en-US" dirty="0" err="1"/>
              <a:t>Kenapa</a:t>
            </a:r>
            <a:r>
              <a:rPr lang="en-US" dirty="0"/>
              <a:t> bold dan heading </a:t>
            </a:r>
            <a:r>
              <a:rPr lang="en-US" dirty="0" err="1"/>
              <a:t>mirip</a:t>
            </a:r>
            <a:r>
              <a:rPr lang="en-US" dirty="0"/>
              <a:t>?</a:t>
            </a:r>
          </a:p>
          <a:p>
            <a:pPr marL="0" indent="0">
              <a:buNone/>
            </a:pPr>
            <a:r>
              <a:rPr lang="en-US" dirty="0"/>
              <a:t>Sama </a:t>
            </a:r>
            <a:r>
              <a:rPr lang="en-US" dirty="0" err="1"/>
              <a:t>seperti</a:t>
            </a:r>
            <a:r>
              <a:rPr lang="en-US" dirty="0"/>
              <a:t> di word office, </a:t>
            </a:r>
            <a:r>
              <a:rPr lang="en-US" dirty="0" err="1"/>
              <a:t>penggunaan</a:t>
            </a:r>
            <a:r>
              <a:rPr lang="en-US" dirty="0"/>
              <a:t> heading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diarahkan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judul</a:t>
            </a:r>
            <a:r>
              <a:rPr lang="en-US" dirty="0"/>
              <a:t>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perlu</a:t>
            </a:r>
            <a:r>
              <a:rPr lang="en-US" dirty="0"/>
              <a:t> </a:t>
            </a:r>
            <a:r>
              <a:rPr lang="en-US" dirty="0" err="1"/>
              <a:t>ditekankan</a:t>
            </a:r>
            <a:r>
              <a:rPr lang="en-US" dirty="0"/>
              <a:t>, dan </a:t>
            </a:r>
            <a:r>
              <a:rPr lang="en-US" dirty="0" err="1"/>
              <a:t>penggunaan</a:t>
            </a:r>
            <a:r>
              <a:rPr lang="en-US" dirty="0"/>
              <a:t> bold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 di </a:t>
            </a:r>
            <a:r>
              <a:rPr lang="en-US" dirty="0" err="1"/>
              <a:t>semua</a:t>
            </a:r>
            <a:r>
              <a:rPr lang="en-US" dirty="0"/>
              <a:t> </a:t>
            </a:r>
            <a:r>
              <a:rPr lang="en-US" dirty="0" err="1"/>
              <a:t>jenis</a:t>
            </a:r>
            <a:r>
              <a:rPr lang="en-US" dirty="0"/>
              <a:t> text </a:t>
            </a:r>
            <a:r>
              <a:rPr lang="en-US" dirty="0" err="1"/>
              <a:t>sedangkan</a:t>
            </a:r>
            <a:r>
              <a:rPr lang="en-US" dirty="0"/>
              <a:t> heading </a:t>
            </a:r>
            <a:r>
              <a:rPr lang="en-US" dirty="0" err="1"/>
              <a:t>tidak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581651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C51CD-664E-4A98-BFFA-60B25B4AA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Tips &amp; trick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427A33-7437-423B-99B1-D3A52502CB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Ingat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selalu</a:t>
            </a:r>
            <a:r>
              <a:rPr lang="en-US" dirty="0"/>
              <a:t> </a:t>
            </a:r>
            <a:r>
              <a:rPr lang="en-US" dirty="0" err="1"/>
              <a:t>menutup</a:t>
            </a:r>
            <a:r>
              <a:rPr lang="en-US" dirty="0"/>
              <a:t> tag Ketika </a:t>
            </a:r>
            <a:r>
              <a:rPr lang="en-US" dirty="0" err="1"/>
              <a:t>digunakan</a:t>
            </a:r>
            <a:endParaRPr lang="en-US" dirty="0"/>
          </a:p>
          <a:p>
            <a:r>
              <a:rPr lang="en-US" dirty="0" err="1"/>
              <a:t>Gunakan</a:t>
            </a:r>
            <a:r>
              <a:rPr lang="en-US" dirty="0"/>
              <a:t> text formatting </a:t>
            </a:r>
            <a:r>
              <a:rPr lang="en-US" dirty="0" err="1"/>
              <a:t>secukupnya</a:t>
            </a:r>
            <a:r>
              <a:rPr lang="en-US" dirty="0"/>
              <a:t> </a:t>
            </a:r>
            <a:r>
              <a:rPr lang="en-US" dirty="0" err="1"/>
              <a:t>saja</a:t>
            </a:r>
            <a:endParaRPr lang="en-US" dirty="0"/>
          </a:p>
          <a:p>
            <a:r>
              <a:rPr lang="en-US" dirty="0"/>
              <a:t>Ada </a:t>
            </a:r>
            <a:r>
              <a:rPr lang="en-US" dirty="0" err="1"/>
              <a:t>beberapa</a:t>
            </a:r>
            <a:r>
              <a:rPr lang="en-US" dirty="0"/>
              <a:t> </a:t>
            </a:r>
            <a:r>
              <a:rPr lang="en-US" dirty="0" err="1"/>
              <a:t>huruf</a:t>
            </a:r>
            <a:r>
              <a:rPr lang="en-US" dirty="0"/>
              <a:t> yang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bisa</a:t>
            </a:r>
            <a:r>
              <a:rPr lang="en-US" dirty="0"/>
              <a:t> di </a:t>
            </a:r>
            <a:r>
              <a:rPr lang="en-US" dirty="0" err="1"/>
              <a:t>ubah</a:t>
            </a:r>
            <a:r>
              <a:rPr lang="en-US" dirty="0"/>
              <a:t>,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tau </a:t>
            </a:r>
            <a:r>
              <a:rPr lang="en-US" dirty="0" err="1"/>
              <a:t>terlebih</a:t>
            </a:r>
            <a:r>
              <a:rPr lang="en-US" dirty="0"/>
              <a:t> </a:t>
            </a:r>
            <a:r>
              <a:rPr lang="en-US" dirty="0" err="1"/>
              <a:t>dahulu</a:t>
            </a:r>
            <a:r>
              <a:rPr lang="en-US" dirty="0"/>
              <a:t> </a:t>
            </a:r>
            <a:r>
              <a:rPr lang="en-US" dirty="0" err="1"/>
              <a:t>jenis</a:t>
            </a:r>
            <a:r>
              <a:rPr lang="en-US" dirty="0"/>
              <a:t> </a:t>
            </a:r>
            <a:r>
              <a:rPr lang="en-US" dirty="0" err="1"/>
              <a:t>fontnya</a:t>
            </a:r>
            <a:r>
              <a:rPr lang="en-US" dirty="0"/>
              <a:t>.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0527577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631E3-4576-4C2B-8842-84B3A8E96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Latihan 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72720D-EE8B-4DEB-B21B-B8C0228979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Buatlah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file html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tampilan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berikut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  <a:endParaRPr lang="id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8B716C-B597-44BE-8454-F460FF4442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9992" y="2748756"/>
            <a:ext cx="6496050" cy="254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23509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62</TotalTime>
  <Words>728</Words>
  <Application>Microsoft Office PowerPoint</Application>
  <PresentationFormat>Widescreen</PresentationFormat>
  <Paragraphs>67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Tw Cen MT</vt:lpstr>
      <vt:lpstr>Circuit</vt:lpstr>
      <vt:lpstr>HTML 6</vt:lpstr>
      <vt:lpstr>Apa itu text formatting ?</vt:lpstr>
      <vt:lpstr>Text formating</vt:lpstr>
      <vt:lpstr>Text tebal ( bold )</vt:lpstr>
      <vt:lpstr>contoh</vt:lpstr>
      <vt:lpstr>Text miring ( italic )</vt:lpstr>
      <vt:lpstr>contoh</vt:lpstr>
      <vt:lpstr>Text garis bawah ( underline )</vt:lpstr>
      <vt:lpstr>contoh</vt:lpstr>
      <vt:lpstr>Text tercoret</vt:lpstr>
      <vt:lpstr>contoh</vt:lpstr>
      <vt:lpstr>Membuat Pangkat</vt:lpstr>
      <vt:lpstr>contoh</vt:lpstr>
      <vt:lpstr>Pertanyaan pertanyaan yang sering ditanyakan</vt:lpstr>
      <vt:lpstr>Tips &amp; trick</vt:lpstr>
      <vt:lpstr>Latihan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 6</dc:title>
  <dc:creator>Fauzan Hendro</dc:creator>
  <cp:lastModifiedBy>Fauzan Hendro</cp:lastModifiedBy>
  <cp:revision>8</cp:revision>
  <dcterms:created xsi:type="dcterms:W3CDTF">2024-07-18T02:07:14Z</dcterms:created>
  <dcterms:modified xsi:type="dcterms:W3CDTF">2024-07-24T09:01:31Z</dcterms:modified>
</cp:coreProperties>
</file>