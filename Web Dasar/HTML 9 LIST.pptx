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2" r:id="rId8"/>
    <p:sldId id="260" r:id="rId9"/>
    <p:sldId id="263" r:id="rId10"/>
    <p:sldId id="264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51038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1094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568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5320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7012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69664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1920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072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231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9631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52394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8932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0123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51512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23078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1105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4176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BEBBD-EC66-4A15-8B0C-A529D6D65823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B2FE1-CC91-44FF-B2F1-9E9E88EFCF5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14032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D671-1D4E-4BC5-8E5E-CBA1AC7861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9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81437-F971-41E3-9AE8-8C574B616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list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369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F0BD-D917-4C5D-B299-105AFB32C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list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5C0A9-16B4-4B0F-9280-A9373DCE0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9394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1129B-94A2-4324-94AD-C9D96E00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71B71-C36E-4CCA-8E3B-2DB3C4321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List </a:t>
            </a:r>
            <a:r>
              <a:rPr lang="en-US" dirty="0" err="1"/>
              <a:t>didalam</a:t>
            </a:r>
            <a:r>
              <a:rPr lang="en-US" dirty="0"/>
              <a:t> html </a:t>
            </a:r>
            <a:r>
              <a:rPr lang="en-US" dirty="0" err="1"/>
              <a:t>terdapat</a:t>
            </a:r>
            <a:r>
              <a:rPr lang="en-US" dirty="0"/>
              <a:t> 2 </a:t>
            </a:r>
            <a:r>
              <a:rPr lang="en-US" dirty="0" err="1"/>
              <a:t>macam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ordered list &lt;</a:t>
            </a:r>
            <a:r>
              <a:rPr lang="en-US" dirty="0" err="1"/>
              <a:t>ol</a:t>
            </a:r>
            <a:r>
              <a:rPr lang="en-US" dirty="0"/>
              <a:t>&gt; dan unordered list &lt;ul&gt;</a:t>
            </a:r>
          </a:p>
          <a:p>
            <a:r>
              <a:rPr lang="en-US" dirty="0"/>
              <a:t>Ordered list &lt;</a:t>
            </a:r>
            <a:r>
              <a:rPr lang="en-US" dirty="0" err="1"/>
              <a:t>ol</a:t>
            </a:r>
            <a:r>
              <a:rPr lang="en-US" dirty="0"/>
              <a:t>&gt; </a:t>
            </a:r>
            <a:r>
              <a:rPr lang="en-US" dirty="0" err="1"/>
              <a:t>merupakan</a:t>
            </a:r>
            <a:r>
              <a:rPr lang="en-US" dirty="0"/>
              <a:t> list yang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berurutan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1,2,3,….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a,b,c</a:t>
            </a:r>
            <a:r>
              <a:rPr lang="en-US" dirty="0"/>
              <a:t>,…..</a:t>
            </a:r>
          </a:p>
          <a:p>
            <a:r>
              <a:rPr lang="en-US" dirty="0"/>
              <a:t>Unordered list &lt;ul&gt; </a:t>
            </a:r>
            <a:r>
              <a:rPr lang="en-US" dirty="0" err="1"/>
              <a:t>merupakan</a:t>
            </a:r>
            <a:r>
              <a:rPr lang="en-US" dirty="0"/>
              <a:t> list yang </a:t>
            </a:r>
            <a:r>
              <a:rPr lang="en-US" dirty="0" err="1"/>
              <a:t>menggunakan</a:t>
            </a:r>
            <a:r>
              <a:rPr lang="en-US" dirty="0"/>
              <a:t> symbol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berututan</a:t>
            </a:r>
            <a:endParaRPr lang="en-US" dirty="0"/>
          </a:p>
          <a:p>
            <a:r>
              <a:rPr lang="en-US" dirty="0"/>
              <a:t>List item &lt;li&gt; </a:t>
            </a:r>
            <a:r>
              <a:rPr lang="en-US" dirty="0" err="1"/>
              <a:t>merupakan</a:t>
            </a:r>
            <a:r>
              <a:rPr lang="en-US" dirty="0"/>
              <a:t> daftar item </a:t>
            </a:r>
            <a:r>
              <a:rPr lang="en-US" dirty="0" err="1"/>
              <a:t>atau</a:t>
            </a:r>
            <a:r>
              <a:rPr lang="en-US" dirty="0"/>
              <a:t> data yang </a:t>
            </a:r>
            <a:r>
              <a:rPr lang="en-US" dirty="0" err="1"/>
              <a:t>menggunakan</a:t>
            </a:r>
            <a:r>
              <a:rPr lang="en-US" dirty="0"/>
              <a:t> &lt;</a:t>
            </a:r>
            <a:r>
              <a:rPr lang="en-US" dirty="0" err="1"/>
              <a:t>ol</a:t>
            </a:r>
            <a:r>
              <a:rPr lang="en-US" dirty="0"/>
              <a:t>&gt; </a:t>
            </a:r>
            <a:r>
              <a:rPr lang="en-US" dirty="0" err="1"/>
              <a:t>atau</a:t>
            </a:r>
            <a:r>
              <a:rPr lang="en-US" dirty="0"/>
              <a:t> &lt;ul&gt;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94480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CD9C-87CF-43FC-95CA-060D06AE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penggunaan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265D7-247C-400B-BEF5-94CD46908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&lt;</a:t>
            </a:r>
            <a:r>
              <a:rPr lang="en-US" dirty="0" err="1"/>
              <a:t>ol</a:t>
            </a:r>
            <a:r>
              <a:rPr lang="en-US" dirty="0"/>
              <a:t>&gt; </a:t>
            </a:r>
            <a:r>
              <a:rPr lang="en-US" dirty="0" err="1"/>
              <a:t>atau</a:t>
            </a:r>
            <a:r>
              <a:rPr lang="en-US" dirty="0"/>
              <a:t> &lt;ul&gt; </a:t>
            </a:r>
            <a:r>
              <a:rPr lang="en-US" dirty="0" err="1"/>
              <a:t>sbagai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listnya</a:t>
            </a:r>
            <a:r>
              <a:rPr lang="en-US" dirty="0"/>
              <a:t> dan </a:t>
            </a:r>
            <a:r>
              <a:rPr lang="en-US" dirty="0" err="1"/>
              <a:t>menggunakan</a:t>
            </a:r>
            <a:r>
              <a:rPr lang="en-US" dirty="0"/>
              <a:t> &lt;li&gt;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daftarnya</a:t>
            </a:r>
            <a:endParaRPr lang="en-US" dirty="0"/>
          </a:p>
          <a:p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ACAC26-4A1A-4177-9068-56AE134F59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79" t="17141" r="12616" b="13658"/>
          <a:stretch/>
        </p:blipFill>
        <p:spPr>
          <a:xfrm>
            <a:off x="763724" y="3385965"/>
            <a:ext cx="5075583" cy="2517913"/>
          </a:xfrm>
          <a:prstGeom prst="rect">
            <a:avLst/>
          </a:prstGeom>
        </p:spPr>
      </p:pic>
      <p:pic>
        <p:nvPicPr>
          <p:cNvPr id="1026" name="Picture 2" descr="Tag ul di HTML">
            <a:extLst>
              <a:ext uri="{FF2B5EF4-FFF2-40B4-BE49-F238E27FC236}">
                <a16:creationId xmlns:a16="http://schemas.microsoft.com/office/drawing/2014/main" id="{EBD2089E-6C2A-4993-8CFF-EC1FF6C843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5" t="13394" r="12424" b="13394"/>
          <a:stretch/>
        </p:blipFill>
        <p:spPr bwMode="auto">
          <a:xfrm>
            <a:off x="6094411" y="3299687"/>
            <a:ext cx="5208104" cy="266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64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571B-8915-47B9-937A-F2F9179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636103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&lt;OL&gt;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25C0C7-71A5-422C-81ED-E3538CE211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6269" y="1715294"/>
            <a:ext cx="4791075" cy="29527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FC64A-3A72-4B2E-81A1-CB1C65051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245703"/>
            <a:ext cx="3856037" cy="5002695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  &lt;h1&gt;Buah Favoritku:&lt;/h1&gt;</a:t>
            </a:r>
          </a:p>
          <a:p>
            <a:r>
              <a:rPr lang="id-ID" dirty="0"/>
              <a:t>    &lt;ol&gt;</a:t>
            </a:r>
          </a:p>
          <a:p>
            <a:r>
              <a:rPr lang="id-ID" dirty="0"/>
              <a:t>        &lt;li&gt;Jeruk&lt;/li&gt;</a:t>
            </a:r>
          </a:p>
          <a:p>
            <a:r>
              <a:rPr lang="id-ID" dirty="0"/>
              <a:t>        &lt;li&gt;Durian&lt;/li&gt;</a:t>
            </a:r>
          </a:p>
          <a:p>
            <a:r>
              <a:rPr lang="id-ID" dirty="0"/>
              <a:t>        &lt;li&gt;Pisang&lt;/li&gt;</a:t>
            </a:r>
          </a:p>
          <a:p>
            <a:r>
              <a:rPr lang="id-ID" dirty="0"/>
              <a:t>        &lt;li&gt;Pepaya&lt;/li&gt;</a:t>
            </a:r>
          </a:p>
          <a:p>
            <a:r>
              <a:rPr lang="id-ID" dirty="0"/>
              <a:t>        &lt;li&gt;Mangga&lt;/li&gt;</a:t>
            </a:r>
          </a:p>
          <a:p>
            <a:r>
              <a:rPr lang="id-ID" dirty="0"/>
              <a:t>    &lt;/ol&gt;</a:t>
            </a:r>
          </a:p>
          <a:p>
            <a:r>
              <a:rPr lang="id-ID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290103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571B-8915-47B9-937A-F2F9179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636103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&lt;</a:t>
            </a:r>
            <a:r>
              <a:rPr lang="en-US" dirty="0" err="1"/>
              <a:t>uL</a:t>
            </a:r>
            <a:r>
              <a:rPr lang="en-US" dirty="0"/>
              <a:t>&gt;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FC64A-3A72-4B2E-81A1-CB1C65051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245703"/>
            <a:ext cx="3856037" cy="5002695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  &lt;h1&gt;Bahasa Pemrograman untuk dipelajari:&lt;/h1&gt;</a:t>
            </a:r>
          </a:p>
          <a:p>
            <a:r>
              <a:rPr lang="id-ID" dirty="0"/>
              <a:t>    &lt;ul&gt;</a:t>
            </a:r>
          </a:p>
          <a:p>
            <a:r>
              <a:rPr lang="id-ID" dirty="0"/>
              <a:t>        &lt;li&gt;Javascript&lt;/li&gt;</a:t>
            </a:r>
          </a:p>
          <a:p>
            <a:r>
              <a:rPr lang="id-ID" dirty="0"/>
              <a:t>        &lt;li&gt;PHP&lt;/li&gt;</a:t>
            </a:r>
          </a:p>
          <a:p>
            <a:r>
              <a:rPr lang="id-ID" dirty="0"/>
              <a:t>        &lt;li&gt;Java&lt;/li&gt;</a:t>
            </a:r>
          </a:p>
          <a:p>
            <a:r>
              <a:rPr lang="id-ID" dirty="0"/>
              <a:t>        &lt;li&gt;Python&lt;/li&gt;</a:t>
            </a:r>
          </a:p>
          <a:p>
            <a:r>
              <a:rPr lang="id-ID" dirty="0"/>
              <a:t>        &lt;li&gt;Kotlin&lt;/li&gt;</a:t>
            </a:r>
          </a:p>
          <a:p>
            <a:r>
              <a:rPr lang="id-ID" dirty="0"/>
              <a:t>    &lt;/ul&gt;</a:t>
            </a:r>
          </a:p>
          <a:p>
            <a:r>
              <a:rPr lang="id-ID" dirty="0"/>
              <a:t>&lt;/body&gt;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E4416C9-8111-4168-B433-43C4BDC7B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0556" y="1439069"/>
            <a:ext cx="4762500" cy="3505200"/>
          </a:xfrm>
        </p:spPr>
      </p:pic>
    </p:spTree>
    <p:extLst>
      <p:ext uri="{BB962C8B-B14F-4D97-AF65-F5344CB8AC3E}">
        <p14:creationId xmlns:p14="http://schemas.microsoft.com/office/powerpoint/2010/main" val="201907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76E9-65DF-48E5-8BC9-14B6F7E6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mengganti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list di &lt;ul&gt; dan &lt;</a:t>
            </a:r>
            <a:r>
              <a:rPr lang="en-US" dirty="0" err="1"/>
              <a:t>ol</a:t>
            </a:r>
            <a:r>
              <a:rPr lang="en-US" dirty="0"/>
              <a:t>&gt;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FEFD-211B-46E8-AA67-1EC8654AB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70019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0761-93C9-480A-B233-388761FEC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Jenis</a:t>
            </a:r>
            <a:r>
              <a:rPr lang="en-US" dirty="0"/>
              <a:t> type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EF42D-1477-4041-B811-36629935E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Bisa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type pada tag &lt;ul&gt; </a:t>
            </a:r>
            <a:r>
              <a:rPr lang="en-US" dirty="0" err="1"/>
              <a:t>atau</a:t>
            </a:r>
            <a:r>
              <a:rPr lang="en-US" dirty="0"/>
              <a:t> &lt;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r>
              <a:rPr lang="en-US" dirty="0" err="1"/>
              <a:t>Untuk</a:t>
            </a:r>
            <a:r>
              <a:rPr lang="en-US" dirty="0"/>
              <a:t> &lt;</a:t>
            </a:r>
            <a:r>
              <a:rPr lang="en-US" dirty="0" err="1"/>
              <a:t>ol</a:t>
            </a:r>
            <a:r>
              <a:rPr lang="en-US" dirty="0"/>
              <a:t>&gt;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berurutan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type </a:t>
            </a:r>
            <a:r>
              <a:rPr lang="en-US" dirty="0" err="1"/>
              <a:t>seperti</a:t>
            </a:r>
            <a:r>
              <a:rPr lang="en-US" dirty="0"/>
              <a:t> 1, </a:t>
            </a:r>
            <a:r>
              <a:rPr lang="en-US" dirty="0" err="1"/>
              <a:t>i</a:t>
            </a:r>
            <a:r>
              <a:rPr lang="en-US" dirty="0"/>
              <a:t>, A, a</a:t>
            </a:r>
          </a:p>
          <a:p>
            <a:r>
              <a:rPr lang="en-US" dirty="0" err="1"/>
              <a:t>Untuk</a:t>
            </a:r>
            <a:r>
              <a:rPr lang="en-US" dirty="0"/>
              <a:t> &lt;ul&gt;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berurutan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type </a:t>
            </a:r>
            <a:r>
              <a:rPr lang="en-US" dirty="0" err="1"/>
              <a:t>seperti</a:t>
            </a:r>
            <a:r>
              <a:rPr lang="en-US" dirty="0"/>
              <a:t> square, disk, none, circle</a:t>
            </a:r>
          </a:p>
          <a:p>
            <a:pPr marL="0" indent="0">
              <a:buNone/>
            </a:pPr>
            <a:r>
              <a:rPr lang="en-US" dirty="0"/>
              <a:t>&lt;ul type=“square”&gt;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 type=“A”&gt;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22135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607B-D3C0-4349-9A07-28D066D2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dicampur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&lt;</a:t>
            </a:r>
            <a:r>
              <a:rPr lang="en-US" dirty="0" err="1"/>
              <a:t>ol</a:t>
            </a:r>
            <a:r>
              <a:rPr lang="en-US" dirty="0"/>
              <a:t>&gt; dan &lt;ul&gt;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F1E92-919D-4884-8C8E-E0CB645C2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5751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BD75F-80E0-4287-AB60-AC5576090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C1630-5F3A-4AC3-B439-4912D640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Sama </a:t>
            </a:r>
            <a:r>
              <a:rPr lang="en-US" dirty="0" err="1"/>
              <a:t>seperti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di word office, ordered list dan unordered list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dicampur</a:t>
            </a:r>
            <a:r>
              <a:rPr lang="en-US" dirty="0"/>
              <a:t> </a:t>
            </a:r>
            <a:r>
              <a:rPr lang="en-US" dirty="0" err="1"/>
              <a:t>tergantung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91660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2EE8-F5B9-4306-A974-8272CD50D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52939"/>
            <a:ext cx="9905999" cy="5088836"/>
          </a:xfrm>
          <a:solidFill>
            <a:schemeClr val="bg2"/>
          </a:solidFill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id-ID" sz="2000" dirty="0"/>
              <a:t>&lt;body&gt;</a:t>
            </a:r>
          </a:p>
          <a:p>
            <a:pPr marL="0" indent="0">
              <a:buNone/>
            </a:pPr>
            <a:r>
              <a:rPr lang="id-ID" sz="2000" dirty="0"/>
              <a:t>    &lt;h1&gt;Distro Linux dan Keluarganya&lt;/h1&gt;</a:t>
            </a:r>
          </a:p>
          <a:p>
            <a:pPr marL="0" indent="0">
              <a:buNone/>
            </a:pPr>
            <a:r>
              <a:rPr lang="id-ID" sz="2000" dirty="0"/>
              <a:t>    &lt;ol&gt;</a:t>
            </a:r>
          </a:p>
          <a:p>
            <a:pPr marL="0" indent="0">
              <a:buNone/>
            </a:pPr>
            <a:r>
              <a:rPr lang="id-ID" sz="2000" dirty="0"/>
              <a:t>        &lt;li&gt;Debian</a:t>
            </a:r>
          </a:p>
          <a:p>
            <a:pPr marL="0" indent="0">
              <a:buNone/>
            </a:pPr>
            <a:r>
              <a:rPr lang="id-ID" sz="2000" dirty="0"/>
              <a:t>            &lt;ul&gt;</a:t>
            </a:r>
          </a:p>
          <a:p>
            <a:pPr marL="0" indent="0">
              <a:buNone/>
            </a:pPr>
            <a:r>
              <a:rPr lang="id-ID" sz="2000" dirty="0"/>
              <a:t>                &lt;li&gt;Ubuntu&lt;/li&gt;</a:t>
            </a:r>
          </a:p>
          <a:p>
            <a:pPr marL="0" indent="0">
              <a:buNone/>
            </a:pPr>
            <a:r>
              <a:rPr lang="id-ID" sz="2000" dirty="0"/>
              <a:t>                &lt;li&gt;Mint&lt;/li&gt;</a:t>
            </a:r>
          </a:p>
          <a:p>
            <a:pPr marL="0" indent="0">
              <a:buNone/>
            </a:pPr>
            <a:r>
              <a:rPr lang="id-ID" sz="2000" dirty="0"/>
              <a:t>                &lt;li&gt;elementaryOS&lt;/li&gt;</a:t>
            </a:r>
          </a:p>
          <a:p>
            <a:pPr marL="0" indent="0">
              <a:buNone/>
            </a:pPr>
            <a:r>
              <a:rPr lang="id-ID" sz="2000" dirty="0"/>
              <a:t>            &lt;/ul&gt;</a:t>
            </a:r>
          </a:p>
          <a:p>
            <a:pPr marL="0" indent="0">
              <a:buNone/>
            </a:pPr>
            <a:r>
              <a:rPr lang="id-ID" sz="2000" dirty="0"/>
              <a:t>        &lt;/li&gt;</a:t>
            </a:r>
          </a:p>
          <a:p>
            <a:pPr marL="0" indent="0">
              <a:buNone/>
            </a:pPr>
            <a:r>
              <a:rPr lang="id-ID" sz="2000" dirty="0"/>
              <a:t>        &lt;li&gt;RedHat</a:t>
            </a:r>
          </a:p>
          <a:p>
            <a:pPr marL="0" indent="0">
              <a:buNone/>
            </a:pPr>
            <a:r>
              <a:rPr lang="id-ID" sz="2000" dirty="0"/>
              <a:t>            &lt;ul&gt;</a:t>
            </a:r>
          </a:p>
          <a:p>
            <a:pPr marL="0" indent="0">
              <a:buNone/>
            </a:pPr>
            <a:r>
              <a:rPr lang="id-ID" sz="2000" dirty="0"/>
              <a:t>                &lt;li&gt;Fedora&lt;/li&gt;</a:t>
            </a:r>
          </a:p>
          <a:p>
            <a:pPr marL="0" indent="0">
              <a:buNone/>
            </a:pPr>
            <a:r>
              <a:rPr lang="id-ID" sz="2000" dirty="0"/>
              <a:t>            &lt;/ul&gt;</a:t>
            </a:r>
          </a:p>
          <a:p>
            <a:pPr marL="0" indent="0">
              <a:buNone/>
            </a:pPr>
            <a:r>
              <a:rPr lang="id-ID" sz="2000" dirty="0"/>
              <a:t>        &lt;/li&gt;</a:t>
            </a:r>
          </a:p>
          <a:p>
            <a:pPr marL="0" indent="0">
              <a:buNone/>
            </a:pPr>
            <a:r>
              <a:rPr lang="id-ID" sz="2000" dirty="0"/>
              <a:t>        &lt;li&gt;Slackware&lt;/li&gt;</a:t>
            </a:r>
          </a:p>
          <a:p>
            <a:pPr marL="0" indent="0">
              <a:buNone/>
            </a:pPr>
            <a:r>
              <a:rPr lang="id-ID" sz="2000" dirty="0"/>
              <a:t>    &lt;/ol&gt;</a:t>
            </a:r>
          </a:p>
          <a:p>
            <a:pPr marL="0" indent="0">
              <a:buNone/>
            </a:pPr>
            <a:r>
              <a:rPr lang="id-ID" sz="2000" dirty="0"/>
              <a:t>&lt;/body&gt;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88510E-F4E1-4894-A3F8-122D2ECAF4D1}"/>
              </a:ext>
            </a:extLst>
          </p:cNvPr>
          <p:cNvCxnSpPr/>
          <p:nvPr/>
        </p:nvCxnSpPr>
        <p:spPr>
          <a:xfrm>
            <a:off x="6003233" y="1192696"/>
            <a:ext cx="0" cy="50358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055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A4E85A-DC0F-4587-B826-1698DF78E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8400" y="1597025"/>
            <a:ext cx="4772025" cy="2981325"/>
          </a:xfrm>
        </p:spPr>
      </p:pic>
    </p:spTree>
    <p:extLst>
      <p:ext uri="{BB962C8B-B14F-4D97-AF65-F5344CB8AC3E}">
        <p14:creationId xmlns:p14="http://schemas.microsoft.com/office/powerpoint/2010/main" val="3022624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CF8E-DC00-4914-BC46-D7699F85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688D-D51F-400A-9973-D71440BDC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76274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6857-C2B7-4911-A7CF-F6BF1A54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 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5AC18D-0F02-43F5-91C8-A5CE1929E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5298" y="592138"/>
            <a:ext cx="3573017" cy="519906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0D0BA-3691-4D3D-9927-6E1C5EA87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Buat</a:t>
            </a:r>
            <a:r>
              <a:rPr lang="en-US" dirty="0"/>
              <a:t> file html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/>
              <a:t>berikut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62456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99</TotalTime>
  <Words>464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</vt:lpstr>
      <vt:lpstr>HTML 9</vt:lpstr>
      <vt:lpstr>Bagaimana cara membuat list</vt:lpstr>
      <vt:lpstr>list</vt:lpstr>
      <vt:lpstr>Cara penggunaan</vt:lpstr>
      <vt:lpstr>Contoh &lt;OL&gt;</vt:lpstr>
      <vt:lpstr>Contoh &lt;uL&gt;</vt:lpstr>
      <vt:lpstr>apakah bisa mengganti tipe list di &lt;ul&gt; dan &lt;ol&gt;</vt:lpstr>
      <vt:lpstr>Jenis type</vt:lpstr>
      <vt:lpstr>Apakah bisa dicampur antara &lt;ol&gt; dan &lt;ul&gt;</vt:lpstr>
      <vt:lpstr>PowerPoint Presentation</vt:lpstr>
      <vt:lpstr>PowerPoint Presentation</vt:lpstr>
      <vt:lpstr>PowerPoint Presentation</vt:lpstr>
      <vt:lpstr>Tips &amp; trick</vt:lpstr>
      <vt:lpstr>Latihan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9</dc:title>
  <dc:creator>Fauzan Hendro</dc:creator>
  <cp:lastModifiedBy>Fauzan Hendro</cp:lastModifiedBy>
  <cp:revision>4</cp:revision>
  <dcterms:created xsi:type="dcterms:W3CDTF">2024-07-18T07:46:08Z</dcterms:created>
  <dcterms:modified xsi:type="dcterms:W3CDTF">2024-07-24T10:43:16Z</dcterms:modified>
</cp:coreProperties>
</file>