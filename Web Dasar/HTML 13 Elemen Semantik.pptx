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3" r:id="rId3"/>
    <p:sldId id="274" r:id="rId4"/>
    <p:sldId id="259" r:id="rId5"/>
    <p:sldId id="267" r:id="rId6"/>
    <p:sldId id="262" r:id="rId7"/>
    <p:sldId id="263" r:id="rId8"/>
    <p:sldId id="257" r:id="rId9"/>
    <p:sldId id="268" r:id="rId10"/>
    <p:sldId id="265" r:id="rId11"/>
    <p:sldId id="266" r:id="rId12"/>
    <p:sldId id="261" r:id="rId13"/>
    <p:sldId id="269" r:id="rId14"/>
    <p:sldId id="258" r:id="rId15"/>
    <p:sldId id="270" r:id="rId16"/>
    <p:sldId id="264" r:id="rId17"/>
    <p:sldId id="271" r:id="rId18"/>
    <p:sldId id="272"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F443016-B1DD-4323-928C-D4E64A7C1B5C}" type="datetimeFigureOut">
              <a:rPr lang="id-ID" smtClean="0"/>
              <a:t>25/07/2024</a:t>
            </a:fld>
            <a:endParaRPr lang="id-ID"/>
          </a:p>
        </p:txBody>
      </p:sp>
      <p:sp>
        <p:nvSpPr>
          <p:cNvPr id="5" name="Footer Placeholder 4"/>
          <p:cNvSpPr>
            <a:spLocks noGrp="1"/>
          </p:cNvSpPr>
          <p:nvPr>
            <p:ph type="ftr" sz="quarter" idx="11"/>
          </p:nvPr>
        </p:nvSpPr>
        <p:spPr>
          <a:xfrm>
            <a:off x="1876424" y="5410201"/>
            <a:ext cx="5124886" cy="365125"/>
          </a:xfrm>
        </p:spPr>
        <p:txBody>
          <a:bodyPr/>
          <a:lstStyle/>
          <a:p>
            <a:endParaRPr lang="id-ID"/>
          </a:p>
        </p:txBody>
      </p:sp>
      <p:sp>
        <p:nvSpPr>
          <p:cNvPr id="6" name="Slide Number Placeholder 5"/>
          <p:cNvSpPr>
            <a:spLocks noGrp="1"/>
          </p:cNvSpPr>
          <p:nvPr>
            <p:ph type="sldNum" sz="quarter" idx="12"/>
          </p:nvPr>
        </p:nvSpPr>
        <p:spPr>
          <a:xfrm>
            <a:off x="9896911" y="5410199"/>
            <a:ext cx="771089" cy="365125"/>
          </a:xfrm>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1904402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F443016-B1DD-4323-928C-D4E64A7C1B5C}" type="datetimeFigureOut">
              <a:rPr lang="id-ID" smtClean="0"/>
              <a:t>25/07/2024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3666962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F443016-B1DD-4323-928C-D4E64A7C1B5C}" type="datetimeFigureOut">
              <a:rPr lang="id-ID" smtClean="0"/>
              <a:t>25/07/2024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518436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F443016-B1DD-4323-928C-D4E64A7C1B5C}" type="datetimeFigureOut">
              <a:rPr lang="id-ID" smtClean="0"/>
              <a:t>25/07/2024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1571666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443016-B1DD-4323-928C-D4E64A7C1B5C}" type="datetimeFigureOut">
              <a:rPr lang="id-ID" smtClean="0"/>
              <a:t>25/07/2024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348601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F443016-B1DD-4323-928C-D4E64A7C1B5C}" type="datetimeFigureOut">
              <a:rPr lang="id-ID" smtClean="0"/>
              <a:t>25/07/2024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3073484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443016-B1DD-4323-928C-D4E64A7C1B5C}" type="datetimeFigureOut">
              <a:rPr lang="id-ID" smtClean="0"/>
              <a:t>25/07/2024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4162712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443016-B1DD-4323-928C-D4E64A7C1B5C}" type="datetimeFigureOut">
              <a:rPr lang="id-ID" smtClean="0"/>
              <a:t>25/07/2024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3597029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443016-B1DD-4323-928C-D4E64A7C1B5C}" type="datetimeFigureOut">
              <a:rPr lang="id-ID" smtClean="0"/>
              <a:t>25/07/2024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3584086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443016-B1DD-4323-928C-D4E64A7C1B5C}" type="datetimeFigureOut">
              <a:rPr lang="id-ID" smtClean="0"/>
              <a:t>25/07/2024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972528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443016-B1DD-4323-928C-D4E64A7C1B5C}" type="datetimeFigureOut">
              <a:rPr lang="id-ID" smtClean="0"/>
              <a:t>25/07/2024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3665719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443016-B1DD-4323-928C-D4E64A7C1B5C}" type="datetimeFigureOut">
              <a:rPr lang="id-ID" smtClean="0"/>
              <a:t>25/07/2024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E0CD7FEA-51BE-41C0-8D1F-436D0A7ADCBF}" type="slidenum">
              <a:rPr lang="id-ID" smtClean="0"/>
              <a:t>‹#›</a:t>
            </a:fld>
            <a:endParaRPr lang="id-ID"/>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18244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443016-B1DD-4323-928C-D4E64A7C1B5C}" type="datetimeFigureOut">
              <a:rPr lang="id-ID" smtClean="0"/>
              <a:t>25/07/2024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315348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F443016-B1DD-4323-928C-D4E64A7C1B5C}" type="datetimeFigureOut">
              <a:rPr lang="id-ID" smtClean="0"/>
              <a:t>25/07/2024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1976940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F443016-B1DD-4323-928C-D4E64A7C1B5C}" type="datetimeFigureOut">
              <a:rPr lang="id-ID" smtClean="0"/>
              <a:t>25/07/2024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1913780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F443016-B1DD-4323-928C-D4E64A7C1B5C}" type="datetimeFigureOut">
              <a:rPr lang="id-ID" smtClean="0"/>
              <a:t>25/07/2024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23899611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F443016-B1DD-4323-928C-D4E64A7C1B5C}" type="datetimeFigureOut">
              <a:rPr lang="id-ID" smtClean="0"/>
              <a:t>25/07/2024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E0CD7FEA-51BE-41C0-8D1F-436D0A7ADCBF}" type="slidenum">
              <a:rPr lang="id-ID" smtClean="0"/>
              <a:t>‹#›</a:t>
            </a:fld>
            <a:endParaRPr lang="id-ID"/>
          </a:p>
        </p:txBody>
      </p:sp>
    </p:spTree>
    <p:extLst>
      <p:ext uri="{BB962C8B-B14F-4D97-AF65-F5344CB8AC3E}">
        <p14:creationId xmlns:p14="http://schemas.microsoft.com/office/powerpoint/2010/main" val="1376374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F443016-B1DD-4323-928C-D4E64A7C1B5C}" type="datetimeFigureOut">
              <a:rPr lang="id-ID" smtClean="0"/>
              <a:t>25/07/2024</a:t>
            </a:fld>
            <a:endParaRPr lang="id-ID"/>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0CD7FEA-51BE-41C0-8D1F-436D0A7ADCBF}" type="slidenum">
              <a:rPr lang="id-ID" smtClean="0"/>
              <a:t>‹#›</a:t>
            </a:fld>
            <a:endParaRPr lang="id-ID"/>
          </a:p>
        </p:txBody>
      </p:sp>
    </p:spTree>
    <p:extLst>
      <p:ext uri="{BB962C8B-B14F-4D97-AF65-F5344CB8AC3E}">
        <p14:creationId xmlns:p14="http://schemas.microsoft.com/office/powerpoint/2010/main" val="21612230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3DACB-D9F7-4F8F-B145-22D053A743B8}"/>
              </a:ext>
            </a:extLst>
          </p:cNvPr>
          <p:cNvSpPr>
            <a:spLocks noGrp="1"/>
          </p:cNvSpPr>
          <p:nvPr>
            <p:ph type="ctrTitle"/>
          </p:nvPr>
        </p:nvSpPr>
        <p:spPr/>
        <p:txBody>
          <a:bodyPr/>
          <a:lstStyle/>
          <a:p>
            <a:r>
              <a:rPr lang="en-US" dirty="0"/>
              <a:t>HTML 13</a:t>
            </a:r>
            <a:endParaRPr lang="id-ID" dirty="0"/>
          </a:p>
        </p:txBody>
      </p:sp>
      <p:sp>
        <p:nvSpPr>
          <p:cNvPr id="3" name="Subtitle 2">
            <a:extLst>
              <a:ext uri="{FF2B5EF4-FFF2-40B4-BE49-F238E27FC236}">
                <a16:creationId xmlns:a16="http://schemas.microsoft.com/office/drawing/2014/main" id="{4CF8F6AA-4A2A-42C1-A06C-8789E745B77F}"/>
              </a:ext>
            </a:extLst>
          </p:cNvPr>
          <p:cNvSpPr>
            <a:spLocks noGrp="1"/>
          </p:cNvSpPr>
          <p:nvPr>
            <p:ph type="subTitle" idx="1"/>
          </p:nvPr>
        </p:nvSpPr>
        <p:spPr/>
        <p:txBody>
          <a:bodyPr/>
          <a:lstStyle/>
          <a:p>
            <a:r>
              <a:rPr lang="en-US" dirty="0" err="1"/>
              <a:t>Elemen</a:t>
            </a:r>
            <a:r>
              <a:rPr lang="en-US" dirty="0"/>
              <a:t> </a:t>
            </a:r>
            <a:r>
              <a:rPr lang="en-US" dirty="0" err="1"/>
              <a:t>Semantik</a:t>
            </a:r>
            <a:endParaRPr lang="id-ID" dirty="0"/>
          </a:p>
        </p:txBody>
      </p:sp>
    </p:spTree>
    <p:extLst>
      <p:ext uri="{BB962C8B-B14F-4D97-AF65-F5344CB8AC3E}">
        <p14:creationId xmlns:p14="http://schemas.microsoft.com/office/powerpoint/2010/main" val="3154055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586EE-E077-42A8-B2F7-5AAC4D7E1CA5}"/>
              </a:ext>
            </a:extLst>
          </p:cNvPr>
          <p:cNvSpPr>
            <a:spLocks noGrp="1"/>
          </p:cNvSpPr>
          <p:nvPr>
            <p:ph type="title"/>
          </p:nvPr>
        </p:nvSpPr>
        <p:spPr/>
        <p:txBody>
          <a:bodyPr/>
          <a:lstStyle/>
          <a:p>
            <a:r>
              <a:rPr lang="en-US" dirty="0" err="1"/>
              <a:t>Elemen</a:t>
            </a:r>
            <a:r>
              <a:rPr lang="en-US" dirty="0"/>
              <a:t> </a:t>
            </a:r>
            <a:r>
              <a:rPr lang="en-US" dirty="0" err="1"/>
              <a:t>semantik</a:t>
            </a:r>
            <a:endParaRPr lang="id-ID" dirty="0"/>
          </a:p>
        </p:txBody>
      </p:sp>
      <p:sp>
        <p:nvSpPr>
          <p:cNvPr id="3" name="Text Placeholder 2">
            <a:extLst>
              <a:ext uri="{FF2B5EF4-FFF2-40B4-BE49-F238E27FC236}">
                <a16:creationId xmlns:a16="http://schemas.microsoft.com/office/drawing/2014/main" id="{D2909148-588F-4F11-9039-E606BE99C352}"/>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1626535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A82F1-682E-40A8-91C6-BA30FE6966AD}"/>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2D733257-9789-46E3-8A1F-D41DCFDF1717}"/>
              </a:ext>
            </a:extLst>
          </p:cNvPr>
          <p:cNvSpPr>
            <a:spLocks noGrp="1"/>
          </p:cNvSpPr>
          <p:nvPr>
            <p:ph idx="1"/>
          </p:nvPr>
        </p:nvSpPr>
        <p:spPr/>
        <p:txBody>
          <a:bodyPr>
            <a:normAutofit fontScale="92500" lnSpcReduction="10000"/>
          </a:bodyPr>
          <a:lstStyle/>
          <a:p>
            <a:r>
              <a:rPr lang="id-ID" dirty="0"/>
              <a:t>Elemen semantik dalam HTML adalah elemen yang secara jelas mendefinisikan tujuan dan arti dari konten yang mereka bungkus. Elemen-elemen ini memberikan informasi yang lebih spesifik dan terstruktur baik untuk browser, mesin pencari, maupun pengembang web, sehingga memudahkan dalam memahami struktur dan isi halaman web. Penggunaan elemen semantik meningkatkan aksesibilitas, optimisasi mesin pencari (SEO), dan kemudahan dalam pengembangan serta pemeliharaan kode.</a:t>
            </a:r>
            <a:endParaRPr lang="en-US" dirty="0"/>
          </a:p>
          <a:p>
            <a:r>
              <a:rPr lang="en-US" dirty="0" err="1"/>
              <a:t>Contoh</a:t>
            </a:r>
            <a:r>
              <a:rPr lang="en-US" dirty="0"/>
              <a:t> </a:t>
            </a:r>
            <a:r>
              <a:rPr lang="en-US" dirty="0" err="1"/>
              <a:t>dari</a:t>
            </a:r>
            <a:r>
              <a:rPr lang="en-US" dirty="0"/>
              <a:t> </a:t>
            </a:r>
            <a:r>
              <a:rPr lang="en-US" dirty="0" err="1"/>
              <a:t>elemen</a:t>
            </a:r>
            <a:r>
              <a:rPr lang="en-US" dirty="0"/>
              <a:t> semantic </a:t>
            </a:r>
            <a:r>
              <a:rPr lang="en-US" dirty="0" err="1"/>
              <a:t>yaitu</a:t>
            </a:r>
            <a:r>
              <a:rPr lang="en-US" dirty="0"/>
              <a:t> </a:t>
            </a:r>
            <a:r>
              <a:rPr lang="en-US" dirty="0" err="1"/>
              <a:t>sperti</a:t>
            </a:r>
            <a:r>
              <a:rPr lang="en-US" dirty="0"/>
              <a:t> tag &lt;header&gt;, &lt;article&gt;, &lt;footer&gt;, &lt;nav&gt;, </a:t>
            </a:r>
            <a:r>
              <a:rPr lang="en-US"/>
              <a:t>&lt;section&gt; </a:t>
            </a:r>
            <a:endParaRPr lang="id-ID" dirty="0"/>
          </a:p>
        </p:txBody>
      </p:sp>
    </p:spTree>
    <p:extLst>
      <p:ext uri="{BB962C8B-B14F-4D97-AF65-F5344CB8AC3E}">
        <p14:creationId xmlns:p14="http://schemas.microsoft.com/office/powerpoint/2010/main" val="123826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70242-FB48-47E0-A65C-3DC64CE7ABC6}"/>
              </a:ext>
            </a:extLst>
          </p:cNvPr>
          <p:cNvSpPr>
            <a:spLocks noGrp="1"/>
          </p:cNvSpPr>
          <p:nvPr>
            <p:ph type="title"/>
          </p:nvPr>
        </p:nvSpPr>
        <p:spPr/>
        <p:txBody>
          <a:bodyPr/>
          <a:lstStyle/>
          <a:p>
            <a:r>
              <a:rPr lang="en-US" dirty="0"/>
              <a:t>div</a:t>
            </a:r>
            <a:endParaRPr lang="id-ID" dirty="0"/>
          </a:p>
        </p:txBody>
      </p:sp>
      <p:sp>
        <p:nvSpPr>
          <p:cNvPr id="3" name="Text Placeholder 2">
            <a:extLst>
              <a:ext uri="{FF2B5EF4-FFF2-40B4-BE49-F238E27FC236}">
                <a16:creationId xmlns:a16="http://schemas.microsoft.com/office/drawing/2014/main" id="{3B787B65-9E46-48B9-9459-04C264ED204F}"/>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4172296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9EA83-88AC-4DDA-83F7-52CF93F95EF7}"/>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B1910281-85D5-4674-84B7-7ABC633E8D54}"/>
              </a:ext>
            </a:extLst>
          </p:cNvPr>
          <p:cNvSpPr>
            <a:spLocks noGrp="1"/>
          </p:cNvSpPr>
          <p:nvPr>
            <p:ph idx="1"/>
          </p:nvPr>
        </p:nvSpPr>
        <p:spPr/>
        <p:txBody>
          <a:bodyPr>
            <a:normAutofit fontScale="92500"/>
          </a:bodyPr>
          <a:lstStyle/>
          <a:p>
            <a:r>
              <a:rPr lang="id-ID" dirty="0"/>
              <a:t>Div, kependekan dari "division," adalah elemen HTML yang digunakan untuk membagi atau mengatur bagian-bagian halaman web. Div merupakan blok penyusun fundamental dalam pengembangan web dan sering digunakan untuk mengelompokkan dan menyusun konten.</a:t>
            </a:r>
            <a:r>
              <a:rPr lang="en-US" dirty="0"/>
              <a:t> </a:t>
            </a:r>
          </a:p>
          <a:p>
            <a:r>
              <a:rPr lang="de-DE" dirty="0"/>
              <a:t>Elemen ini adalah kontainer atau wadah yang digunakan untuk mengelompokkan elemen-elemen lain dan memberikan struktur pada halaman web.</a:t>
            </a:r>
          </a:p>
          <a:p>
            <a:r>
              <a:rPr lang="de-DE" dirty="0"/>
              <a:t>Tag &lt;div&gt; wajib memiliki class karena digunakan untuk keperluan css.</a:t>
            </a:r>
          </a:p>
          <a:p>
            <a:endParaRPr lang="id-ID" dirty="0"/>
          </a:p>
        </p:txBody>
      </p:sp>
    </p:spTree>
    <p:extLst>
      <p:ext uri="{BB962C8B-B14F-4D97-AF65-F5344CB8AC3E}">
        <p14:creationId xmlns:p14="http://schemas.microsoft.com/office/powerpoint/2010/main" val="3932163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5331-3FC7-45C6-AF15-8C18F00AF3CE}"/>
              </a:ext>
            </a:extLst>
          </p:cNvPr>
          <p:cNvSpPr>
            <a:spLocks noGrp="1"/>
          </p:cNvSpPr>
          <p:nvPr>
            <p:ph type="title"/>
          </p:nvPr>
        </p:nvSpPr>
        <p:spPr/>
        <p:txBody>
          <a:bodyPr/>
          <a:lstStyle/>
          <a:p>
            <a:r>
              <a:rPr lang="en-US" dirty="0"/>
              <a:t>Time</a:t>
            </a:r>
            <a:endParaRPr lang="id-ID" dirty="0"/>
          </a:p>
        </p:txBody>
      </p:sp>
      <p:sp>
        <p:nvSpPr>
          <p:cNvPr id="3" name="Text Placeholder 2">
            <a:extLst>
              <a:ext uri="{FF2B5EF4-FFF2-40B4-BE49-F238E27FC236}">
                <a16:creationId xmlns:a16="http://schemas.microsoft.com/office/drawing/2014/main" id="{839684FE-FECD-48C1-A560-B50E608CBFBA}"/>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54804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FF100-8106-4320-BD44-4891E795ADCF}"/>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4D6540DE-AFF8-4F1C-803F-2653392FC988}"/>
              </a:ext>
            </a:extLst>
          </p:cNvPr>
          <p:cNvSpPr>
            <a:spLocks noGrp="1"/>
          </p:cNvSpPr>
          <p:nvPr>
            <p:ph idx="1"/>
          </p:nvPr>
        </p:nvSpPr>
        <p:spPr/>
        <p:txBody>
          <a:bodyPr>
            <a:normAutofit fontScale="92500"/>
          </a:bodyPr>
          <a:lstStyle/>
          <a:p>
            <a:r>
              <a:rPr lang="id-ID" dirty="0"/>
              <a:t>Tag &lt;time&gt; merupakan tag untuk membuat elemen waktu. Elemen waktu biasanya dibutuhkan untuk menampilkan waktu.</a:t>
            </a:r>
            <a:endParaRPr lang="en-US" dirty="0"/>
          </a:p>
          <a:p>
            <a:pPr marL="0" indent="0">
              <a:buNone/>
            </a:pPr>
            <a:r>
              <a:rPr lang="en-US" dirty="0" err="1"/>
              <a:t>Contoh</a:t>
            </a:r>
            <a:r>
              <a:rPr lang="en-US" dirty="0"/>
              <a:t> </a:t>
            </a:r>
            <a:r>
              <a:rPr lang="en-US" dirty="0" err="1"/>
              <a:t>penulisan</a:t>
            </a:r>
            <a:r>
              <a:rPr lang="en-US" dirty="0"/>
              <a:t> :</a:t>
            </a:r>
          </a:p>
          <a:p>
            <a:pPr marL="0" indent="0">
              <a:buNone/>
            </a:pPr>
            <a:r>
              <a:rPr lang="en-US" b="0" i="0" dirty="0">
                <a:solidFill>
                  <a:srgbClr val="F8F8F2"/>
                </a:solidFill>
                <a:effectLst/>
                <a:latin typeface="ui-monospace"/>
              </a:rPr>
              <a:t>&lt;</a:t>
            </a:r>
            <a:r>
              <a:rPr lang="en-US" b="0" i="0" dirty="0">
                <a:solidFill>
                  <a:srgbClr val="FF79C6"/>
                </a:solidFill>
                <a:effectLst/>
                <a:latin typeface="ui-monospace"/>
              </a:rPr>
              <a:t>p</a:t>
            </a:r>
            <a:r>
              <a:rPr lang="en-US" b="0" i="0" dirty="0">
                <a:solidFill>
                  <a:srgbClr val="F8F8F2"/>
                </a:solidFill>
                <a:effectLst/>
                <a:latin typeface="ui-monospace"/>
              </a:rPr>
              <a:t>&gt; </a:t>
            </a:r>
            <a:r>
              <a:rPr lang="en-US" b="0" i="0" dirty="0" err="1">
                <a:solidFill>
                  <a:srgbClr val="F8F8F2"/>
                </a:solidFill>
                <a:effectLst/>
                <a:latin typeface="ui-monospace"/>
              </a:rPr>
              <a:t>Ditulis</a:t>
            </a:r>
            <a:r>
              <a:rPr lang="en-US" b="0" i="0" dirty="0">
                <a:solidFill>
                  <a:srgbClr val="F8F8F2"/>
                </a:solidFill>
                <a:effectLst/>
                <a:latin typeface="ui-monospace"/>
              </a:rPr>
              <a:t> pada &lt;</a:t>
            </a:r>
            <a:r>
              <a:rPr lang="en-US" b="0" i="0" dirty="0">
                <a:solidFill>
                  <a:srgbClr val="FF79C6"/>
                </a:solidFill>
                <a:effectLst/>
                <a:latin typeface="ui-monospace"/>
              </a:rPr>
              <a:t>time</a:t>
            </a:r>
            <a:r>
              <a:rPr lang="en-US" b="0" i="0" dirty="0">
                <a:solidFill>
                  <a:srgbClr val="F8F8F2"/>
                </a:solidFill>
                <a:effectLst/>
                <a:latin typeface="ui-monospace"/>
              </a:rPr>
              <a:t> </a:t>
            </a:r>
            <a:r>
              <a:rPr lang="en-US" b="0" i="0" dirty="0">
                <a:solidFill>
                  <a:srgbClr val="50FA7B"/>
                </a:solidFill>
                <a:effectLst/>
                <a:latin typeface="ui-monospace"/>
              </a:rPr>
              <a:t>datetime</a:t>
            </a:r>
            <a:r>
              <a:rPr lang="en-US" b="0" i="0" dirty="0">
                <a:solidFill>
                  <a:srgbClr val="FF79C6"/>
                </a:solidFill>
                <a:effectLst/>
                <a:latin typeface="ui-monospace"/>
              </a:rPr>
              <a:t>=</a:t>
            </a:r>
            <a:r>
              <a:rPr lang="en-US" b="0" i="0" dirty="0">
                <a:solidFill>
                  <a:srgbClr val="F1FA8C"/>
                </a:solidFill>
                <a:effectLst/>
                <a:latin typeface="ui-monospace"/>
              </a:rPr>
              <a:t>"2020-20-07"</a:t>
            </a:r>
            <a:r>
              <a:rPr lang="en-US" b="0" i="0" dirty="0">
                <a:solidFill>
                  <a:srgbClr val="F8F8F2"/>
                </a:solidFill>
                <a:effectLst/>
                <a:latin typeface="ui-monospace"/>
              </a:rPr>
              <a:t>&gt;20 July 2020&lt;/</a:t>
            </a:r>
            <a:r>
              <a:rPr lang="en-US" b="0" i="0" dirty="0">
                <a:solidFill>
                  <a:srgbClr val="FF79C6"/>
                </a:solidFill>
                <a:effectLst/>
                <a:latin typeface="ui-monospace"/>
              </a:rPr>
              <a:t>time</a:t>
            </a:r>
            <a:r>
              <a:rPr lang="en-US" b="0" i="0" dirty="0">
                <a:solidFill>
                  <a:srgbClr val="F8F8F2"/>
                </a:solidFill>
                <a:effectLst/>
                <a:latin typeface="ui-monospace"/>
              </a:rPr>
              <a:t>&gt; &lt;/</a:t>
            </a:r>
            <a:r>
              <a:rPr lang="en-US" b="0" i="0" dirty="0">
                <a:solidFill>
                  <a:srgbClr val="FF79C6"/>
                </a:solidFill>
                <a:effectLst/>
                <a:latin typeface="ui-monospace"/>
              </a:rPr>
              <a:t>p</a:t>
            </a:r>
            <a:r>
              <a:rPr lang="en-US" b="0" i="0" dirty="0">
                <a:solidFill>
                  <a:srgbClr val="F8F8F2"/>
                </a:solidFill>
                <a:effectLst/>
                <a:latin typeface="ui-monospace"/>
              </a:rPr>
              <a:t>&gt;</a:t>
            </a:r>
          </a:p>
          <a:p>
            <a:r>
              <a:rPr lang="id-ID" dirty="0"/>
              <a:t>Tag &lt;time&gt; sering kali dilengkapi dengan atribut datetime untuk menentukan waktu dalam format standar yang dapat dimengerti oleh mesin pencari dan aplikasi lain. Atribut ini tidak selalu harus sama dengan teks yang ditampilkan kepada pengguna.</a:t>
            </a:r>
          </a:p>
        </p:txBody>
      </p:sp>
    </p:spTree>
    <p:extLst>
      <p:ext uri="{BB962C8B-B14F-4D97-AF65-F5344CB8AC3E}">
        <p14:creationId xmlns:p14="http://schemas.microsoft.com/office/powerpoint/2010/main" val="389703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98488-1A8E-40B2-AD92-EA3A3ACD4123}"/>
              </a:ext>
            </a:extLst>
          </p:cNvPr>
          <p:cNvSpPr>
            <a:spLocks noGrp="1"/>
          </p:cNvSpPr>
          <p:nvPr>
            <p:ph type="title"/>
          </p:nvPr>
        </p:nvSpPr>
        <p:spPr/>
        <p:txBody>
          <a:bodyPr/>
          <a:lstStyle/>
          <a:p>
            <a:r>
              <a:rPr lang="en-US" dirty="0"/>
              <a:t>header</a:t>
            </a:r>
            <a:endParaRPr lang="id-ID" dirty="0"/>
          </a:p>
        </p:txBody>
      </p:sp>
      <p:sp>
        <p:nvSpPr>
          <p:cNvPr id="3" name="Text Placeholder 2">
            <a:extLst>
              <a:ext uri="{FF2B5EF4-FFF2-40B4-BE49-F238E27FC236}">
                <a16:creationId xmlns:a16="http://schemas.microsoft.com/office/drawing/2014/main" id="{C0A5DCBC-901D-4C16-8628-BE2337022893}"/>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890723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1766-44D1-4EAB-BBBF-1C1F406481E3}"/>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4277A6E7-C852-4044-AE9F-84BA22CDBB8E}"/>
              </a:ext>
            </a:extLst>
          </p:cNvPr>
          <p:cNvSpPr>
            <a:spLocks noGrp="1"/>
          </p:cNvSpPr>
          <p:nvPr>
            <p:ph idx="1"/>
          </p:nvPr>
        </p:nvSpPr>
        <p:spPr/>
        <p:txBody>
          <a:bodyPr/>
          <a:lstStyle/>
          <a:p>
            <a:r>
              <a:rPr lang="id-ID" dirty="0"/>
              <a:t>Tag &lt;header&gt; dalam HTML adalah elemen semantik yang digunakan untuk mendefinisikan bagian awal atau pengantar dari sebuah konten atau bagian dari konten. Tag ini biasanya berisi elemen-elemen seperti judul, subjudul, logo, navigasi, dan elemen pengantar lainnya.</a:t>
            </a:r>
            <a:endParaRPr lang="en-US" dirty="0"/>
          </a:p>
          <a:p>
            <a:r>
              <a:rPr lang="en-US" dirty="0"/>
              <a:t>Element yang </a:t>
            </a:r>
            <a:r>
              <a:rPr lang="en-US" dirty="0" err="1"/>
              <a:t>dimuat</a:t>
            </a:r>
            <a:r>
              <a:rPr lang="en-US" dirty="0"/>
              <a:t> di tag header </a:t>
            </a:r>
            <a:r>
              <a:rPr lang="en-US" dirty="0" err="1"/>
              <a:t>biasanya</a:t>
            </a:r>
            <a:r>
              <a:rPr lang="en-US" dirty="0"/>
              <a:t> </a:t>
            </a:r>
            <a:r>
              <a:rPr lang="en-US" dirty="0" err="1"/>
              <a:t>yaitu</a:t>
            </a:r>
            <a:r>
              <a:rPr lang="en-US" dirty="0"/>
              <a:t> </a:t>
            </a:r>
            <a:r>
              <a:rPr lang="en-US" dirty="0" err="1"/>
              <a:t>judul</a:t>
            </a:r>
            <a:r>
              <a:rPr lang="en-US" dirty="0"/>
              <a:t> </a:t>
            </a:r>
            <a:r>
              <a:rPr lang="en-US" dirty="0" err="1"/>
              <a:t>atau</a:t>
            </a:r>
            <a:r>
              <a:rPr lang="en-US" dirty="0"/>
              <a:t> sub </a:t>
            </a:r>
            <a:r>
              <a:rPr lang="en-US" dirty="0" err="1"/>
              <a:t>judul</a:t>
            </a:r>
            <a:r>
              <a:rPr lang="en-US" dirty="0"/>
              <a:t>, navbar dan logo </a:t>
            </a:r>
            <a:r>
              <a:rPr lang="en-US" dirty="0" err="1"/>
              <a:t>atau</a:t>
            </a:r>
            <a:r>
              <a:rPr lang="en-US" dirty="0"/>
              <a:t> </a:t>
            </a:r>
            <a:r>
              <a:rPr lang="en-US" dirty="0" err="1"/>
              <a:t>identitas</a:t>
            </a:r>
            <a:endParaRPr lang="en-US" dirty="0"/>
          </a:p>
        </p:txBody>
      </p:sp>
    </p:spTree>
    <p:extLst>
      <p:ext uri="{BB962C8B-B14F-4D97-AF65-F5344CB8AC3E}">
        <p14:creationId xmlns:p14="http://schemas.microsoft.com/office/powerpoint/2010/main" val="770969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98488-1A8E-40B2-AD92-EA3A3ACD4123}"/>
              </a:ext>
            </a:extLst>
          </p:cNvPr>
          <p:cNvSpPr>
            <a:spLocks noGrp="1"/>
          </p:cNvSpPr>
          <p:nvPr>
            <p:ph type="title"/>
          </p:nvPr>
        </p:nvSpPr>
        <p:spPr/>
        <p:txBody>
          <a:bodyPr/>
          <a:lstStyle/>
          <a:p>
            <a:r>
              <a:rPr lang="en-US" dirty="0"/>
              <a:t>article</a:t>
            </a:r>
            <a:endParaRPr lang="id-ID" dirty="0"/>
          </a:p>
        </p:txBody>
      </p:sp>
      <p:sp>
        <p:nvSpPr>
          <p:cNvPr id="3" name="Text Placeholder 2">
            <a:extLst>
              <a:ext uri="{FF2B5EF4-FFF2-40B4-BE49-F238E27FC236}">
                <a16:creationId xmlns:a16="http://schemas.microsoft.com/office/drawing/2014/main" id="{C0A5DCBC-901D-4C16-8628-BE2337022893}"/>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3610309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FF100-8106-4320-BD44-4891E795ADCF}"/>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4D6540DE-AFF8-4F1C-803F-2653392FC988}"/>
              </a:ext>
            </a:extLst>
          </p:cNvPr>
          <p:cNvSpPr>
            <a:spLocks noGrp="1"/>
          </p:cNvSpPr>
          <p:nvPr>
            <p:ph idx="1"/>
          </p:nvPr>
        </p:nvSpPr>
        <p:spPr/>
        <p:txBody>
          <a:bodyPr>
            <a:normAutofit/>
          </a:bodyPr>
          <a:lstStyle/>
          <a:p>
            <a:r>
              <a:rPr lang="en-US" dirty="0"/>
              <a:t>Tag &lt;article&gt; </a:t>
            </a:r>
            <a:r>
              <a:rPr lang="en-US" dirty="0" err="1"/>
              <a:t>dalam</a:t>
            </a:r>
            <a:r>
              <a:rPr lang="en-US" dirty="0"/>
              <a:t> HTML </a:t>
            </a:r>
            <a:r>
              <a:rPr lang="en-US" dirty="0" err="1"/>
              <a:t>adalah</a:t>
            </a:r>
            <a:r>
              <a:rPr lang="en-US" dirty="0"/>
              <a:t> </a:t>
            </a:r>
            <a:r>
              <a:rPr lang="en-US" dirty="0" err="1"/>
              <a:t>elemen</a:t>
            </a:r>
            <a:r>
              <a:rPr lang="en-US" dirty="0"/>
              <a:t> </a:t>
            </a:r>
            <a:r>
              <a:rPr lang="en-US" dirty="0" err="1"/>
              <a:t>semantik</a:t>
            </a:r>
            <a:r>
              <a:rPr lang="en-US" dirty="0"/>
              <a:t> yang </a:t>
            </a:r>
            <a:r>
              <a:rPr lang="en-US" dirty="0" err="1"/>
              <a:t>digunakan</a:t>
            </a:r>
            <a:r>
              <a:rPr lang="en-US" dirty="0"/>
              <a:t> </a:t>
            </a:r>
            <a:r>
              <a:rPr lang="en-US" dirty="0" err="1"/>
              <a:t>untuk</a:t>
            </a:r>
            <a:r>
              <a:rPr lang="en-US" dirty="0"/>
              <a:t> </a:t>
            </a:r>
            <a:r>
              <a:rPr lang="en-US" dirty="0" err="1"/>
              <a:t>mendefinisikan</a:t>
            </a:r>
            <a:r>
              <a:rPr lang="en-US" dirty="0"/>
              <a:t> </a:t>
            </a:r>
            <a:r>
              <a:rPr lang="en-US" dirty="0" err="1"/>
              <a:t>bagian</a:t>
            </a:r>
            <a:r>
              <a:rPr lang="en-US" dirty="0"/>
              <a:t> </a:t>
            </a:r>
            <a:r>
              <a:rPr lang="en-US" dirty="0" err="1"/>
              <a:t>konten</a:t>
            </a:r>
            <a:r>
              <a:rPr lang="en-US" dirty="0"/>
              <a:t> yang </a:t>
            </a:r>
            <a:r>
              <a:rPr lang="en-US" dirty="0" err="1"/>
              <a:t>berdiri</a:t>
            </a:r>
            <a:r>
              <a:rPr lang="en-US" dirty="0"/>
              <a:t> </a:t>
            </a:r>
            <a:r>
              <a:rPr lang="en-US" dirty="0" err="1"/>
              <a:t>sendiri</a:t>
            </a:r>
            <a:r>
              <a:rPr lang="en-US" dirty="0"/>
              <a:t> dan </a:t>
            </a:r>
            <a:r>
              <a:rPr lang="en-US" dirty="0" err="1"/>
              <a:t>memiliki</a:t>
            </a:r>
            <a:r>
              <a:rPr lang="en-US" dirty="0"/>
              <a:t> </a:t>
            </a:r>
            <a:r>
              <a:rPr lang="en-US" dirty="0" err="1"/>
              <a:t>makna</a:t>
            </a:r>
            <a:r>
              <a:rPr lang="en-US" dirty="0"/>
              <a:t> </a:t>
            </a:r>
            <a:r>
              <a:rPr lang="en-US" dirty="0" err="1"/>
              <a:t>atau</a:t>
            </a:r>
            <a:r>
              <a:rPr lang="en-US" dirty="0"/>
              <a:t> </a:t>
            </a:r>
            <a:r>
              <a:rPr lang="en-US" dirty="0" err="1"/>
              <a:t>konteks</a:t>
            </a:r>
            <a:r>
              <a:rPr lang="en-US" dirty="0"/>
              <a:t> </a:t>
            </a:r>
            <a:r>
              <a:rPr lang="en-US" dirty="0" err="1"/>
              <a:t>sendiri</a:t>
            </a:r>
            <a:r>
              <a:rPr lang="en-US" dirty="0"/>
              <a:t>. </a:t>
            </a:r>
            <a:r>
              <a:rPr lang="en-US" dirty="0" err="1"/>
              <a:t>Biasanya</a:t>
            </a:r>
            <a:r>
              <a:rPr lang="en-US" dirty="0"/>
              <a:t> </a:t>
            </a:r>
            <a:r>
              <a:rPr lang="en-US" dirty="0" err="1"/>
              <a:t>digunakan</a:t>
            </a:r>
            <a:r>
              <a:rPr lang="en-US" dirty="0"/>
              <a:t> </a:t>
            </a:r>
            <a:r>
              <a:rPr lang="en-US" dirty="0" err="1"/>
              <a:t>untuk</a:t>
            </a:r>
            <a:r>
              <a:rPr lang="en-US" dirty="0"/>
              <a:t> </a:t>
            </a:r>
            <a:r>
              <a:rPr lang="en-US" dirty="0" err="1"/>
              <a:t>menyimpan</a:t>
            </a:r>
            <a:r>
              <a:rPr lang="en-US" dirty="0"/>
              <a:t> </a:t>
            </a:r>
            <a:r>
              <a:rPr lang="en-US" dirty="0" err="1"/>
              <a:t>konten</a:t>
            </a:r>
            <a:r>
              <a:rPr lang="en-US" dirty="0"/>
              <a:t> </a:t>
            </a:r>
            <a:r>
              <a:rPr lang="en-US" dirty="0" err="1"/>
              <a:t>seperti</a:t>
            </a:r>
            <a:r>
              <a:rPr lang="en-US" dirty="0"/>
              <a:t> </a:t>
            </a:r>
            <a:r>
              <a:rPr lang="en-US" dirty="0" err="1"/>
              <a:t>artikel</a:t>
            </a:r>
            <a:r>
              <a:rPr lang="en-US" dirty="0"/>
              <a:t>, posting blog, </a:t>
            </a:r>
            <a:r>
              <a:rPr lang="en-US" dirty="0" err="1"/>
              <a:t>komentar</a:t>
            </a:r>
            <a:r>
              <a:rPr lang="en-US" dirty="0"/>
              <a:t>, widget, </a:t>
            </a:r>
            <a:r>
              <a:rPr lang="en-US" dirty="0" err="1"/>
              <a:t>atau</a:t>
            </a:r>
            <a:r>
              <a:rPr lang="en-US" dirty="0"/>
              <a:t> </a:t>
            </a:r>
            <a:r>
              <a:rPr lang="en-US" dirty="0" err="1"/>
              <a:t>konten</a:t>
            </a:r>
            <a:r>
              <a:rPr lang="en-US" dirty="0"/>
              <a:t> </a:t>
            </a:r>
            <a:r>
              <a:rPr lang="en-US" dirty="0" err="1"/>
              <a:t>independen</a:t>
            </a:r>
            <a:r>
              <a:rPr lang="en-US" dirty="0"/>
              <a:t> </a:t>
            </a:r>
            <a:r>
              <a:rPr lang="en-US" dirty="0" err="1"/>
              <a:t>lainnya</a:t>
            </a:r>
            <a:r>
              <a:rPr lang="en-US" dirty="0"/>
              <a:t>. </a:t>
            </a:r>
          </a:p>
          <a:p>
            <a:r>
              <a:rPr lang="en-US" dirty="0"/>
              <a:t>Tag &lt;article&gt; </a:t>
            </a:r>
            <a:r>
              <a:rPr lang="en-US" dirty="0" err="1"/>
              <a:t>memberikan</a:t>
            </a:r>
            <a:r>
              <a:rPr lang="en-US" dirty="0"/>
              <a:t> </a:t>
            </a:r>
            <a:r>
              <a:rPr lang="en-US" dirty="0" err="1"/>
              <a:t>struktur</a:t>
            </a:r>
            <a:r>
              <a:rPr lang="en-US" dirty="0"/>
              <a:t> </a:t>
            </a:r>
            <a:r>
              <a:rPr lang="en-US" dirty="0" err="1"/>
              <a:t>semantik</a:t>
            </a:r>
            <a:r>
              <a:rPr lang="en-US" dirty="0"/>
              <a:t> yang </a:t>
            </a:r>
            <a:r>
              <a:rPr lang="en-US" dirty="0" err="1"/>
              <a:t>lebih</a:t>
            </a:r>
            <a:r>
              <a:rPr lang="en-US" dirty="0"/>
              <a:t> </a:t>
            </a:r>
            <a:r>
              <a:rPr lang="en-US" dirty="0" err="1"/>
              <a:t>baik</a:t>
            </a:r>
            <a:r>
              <a:rPr lang="en-US" dirty="0"/>
              <a:t> pada </a:t>
            </a:r>
            <a:r>
              <a:rPr lang="en-US" dirty="0" err="1"/>
              <a:t>dokumen</a:t>
            </a:r>
            <a:r>
              <a:rPr lang="en-US" dirty="0"/>
              <a:t> HTML, </a:t>
            </a:r>
            <a:r>
              <a:rPr lang="en-US" dirty="0" err="1"/>
              <a:t>sehingga</a:t>
            </a:r>
            <a:r>
              <a:rPr lang="en-US" dirty="0"/>
              <a:t> </a:t>
            </a:r>
            <a:r>
              <a:rPr lang="en-US" dirty="0" err="1"/>
              <a:t>memudahkan</a:t>
            </a:r>
            <a:r>
              <a:rPr lang="en-US" dirty="0"/>
              <a:t> </a:t>
            </a:r>
            <a:r>
              <a:rPr lang="en-US" dirty="0" err="1"/>
              <a:t>mesin</a:t>
            </a:r>
            <a:r>
              <a:rPr lang="en-US" dirty="0"/>
              <a:t> </a:t>
            </a:r>
            <a:r>
              <a:rPr lang="en-US" dirty="0" err="1"/>
              <a:t>pencari</a:t>
            </a:r>
            <a:r>
              <a:rPr lang="en-US" dirty="0"/>
              <a:t> dan </a:t>
            </a:r>
            <a:r>
              <a:rPr lang="en-US" dirty="0" err="1"/>
              <a:t>alat</a:t>
            </a:r>
            <a:r>
              <a:rPr lang="en-US" dirty="0"/>
              <a:t> </a:t>
            </a:r>
            <a:r>
              <a:rPr lang="en-US" dirty="0" err="1"/>
              <a:t>bantu</a:t>
            </a:r>
            <a:r>
              <a:rPr lang="en-US" dirty="0"/>
              <a:t> </a:t>
            </a:r>
            <a:r>
              <a:rPr lang="en-US" dirty="0" err="1"/>
              <a:t>lainnya</a:t>
            </a:r>
            <a:r>
              <a:rPr lang="en-US" dirty="0"/>
              <a:t> </a:t>
            </a:r>
            <a:r>
              <a:rPr lang="en-US" dirty="0" err="1"/>
              <a:t>untuk</a:t>
            </a:r>
            <a:r>
              <a:rPr lang="en-US" dirty="0"/>
              <a:t> </a:t>
            </a:r>
            <a:r>
              <a:rPr lang="en-US" dirty="0" err="1"/>
              <a:t>memahami</a:t>
            </a:r>
            <a:r>
              <a:rPr lang="en-US" dirty="0"/>
              <a:t> dan </a:t>
            </a:r>
            <a:r>
              <a:rPr lang="en-US" dirty="0" err="1"/>
              <a:t>mengindeks</a:t>
            </a:r>
            <a:r>
              <a:rPr lang="en-US" dirty="0"/>
              <a:t> </a:t>
            </a:r>
            <a:r>
              <a:rPr lang="en-US" dirty="0" err="1"/>
              <a:t>konten</a:t>
            </a:r>
            <a:r>
              <a:rPr lang="en-US" dirty="0"/>
              <a:t>.</a:t>
            </a:r>
          </a:p>
        </p:txBody>
      </p:sp>
    </p:spTree>
    <p:extLst>
      <p:ext uri="{BB962C8B-B14F-4D97-AF65-F5344CB8AC3E}">
        <p14:creationId xmlns:p14="http://schemas.microsoft.com/office/powerpoint/2010/main" val="2854048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F8B3-3236-4B92-88BD-C5CA3C733703}"/>
              </a:ext>
            </a:extLst>
          </p:cNvPr>
          <p:cNvSpPr>
            <a:spLocks noGrp="1"/>
          </p:cNvSpPr>
          <p:nvPr>
            <p:ph type="title"/>
          </p:nvPr>
        </p:nvSpPr>
        <p:spPr/>
        <p:txBody>
          <a:bodyPr/>
          <a:lstStyle/>
          <a:p>
            <a:r>
              <a:rPr lang="en-US" dirty="0"/>
              <a:t>navbar</a:t>
            </a:r>
            <a:endParaRPr lang="id-ID" dirty="0"/>
          </a:p>
        </p:txBody>
      </p:sp>
      <p:sp>
        <p:nvSpPr>
          <p:cNvPr id="3" name="Text Placeholder 2">
            <a:extLst>
              <a:ext uri="{FF2B5EF4-FFF2-40B4-BE49-F238E27FC236}">
                <a16:creationId xmlns:a16="http://schemas.microsoft.com/office/drawing/2014/main" id="{5B45EA2F-7B3B-4DC2-A4C5-2F093AA413BB}"/>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1904399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2EA47-2ACA-46E2-AA26-D915A55F4EC6}"/>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27502879-9DE7-4D3F-92E2-7EB1998E3A76}"/>
              </a:ext>
            </a:extLst>
          </p:cNvPr>
          <p:cNvSpPr>
            <a:spLocks noGrp="1"/>
          </p:cNvSpPr>
          <p:nvPr>
            <p:ph idx="1"/>
          </p:nvPr>
        </p:nvSpPr>
        <p:spPr/>
        <p:txBody>
          <a:bodyPr/>
          <a:lstStyle/>
          <a:p>
            <a:r>
              <a:rPr lang="en-US" dirty="0"/>
              <a:t>T</a:t>
            </a:r>
            <a:r>
              <a:rPr lang="id-ID" dirty="0"/>
              <a:t>ag &lt;nav&gt; dalam HTML adalah elemen semantik yang digunakan untuk mendefinisikan bagian dari sebuah halaman yang berisi tautan navigasi. Tag ini membantu memberikan struktur semantik yang lebih baik pada dokumen HTML, sehingga mesin pencari dan alat bantu lainnya dapat memahami hierarki dan organisasi konten dengan lebih baik.</a:t>
            </a:r>
            <a:endParaRPr lang="en-US" dirty="0"/>
          </a:p>
          <a:p>
            <a:r>
              <a:rPr lang="en-US" dirty="0"/>
              <a:t>Tag nav </a:t>
            </a:r>
            <a:r>
              <a:rPr lang="en-US" dirty="0" err="1"/>
              <a:t>biasanya</a:t>
            </a:r>
            <a:r>
              <a:rPr lang="en-US" dirty="0"/>
              <a:t> </a:t>
            </a:r>
            <a:r>
              <a:rPr lang="en-US" dirty="0" err="1"/>
              <a:t>diisi</a:t>
            </a:r>
            <a:r>
              <a:rPr lang="en-US" dirty="0"/>
              <a:t> </a:t>
            </a:r>
            <a:r>
              <a:rPr lang="en-US" dirty="0" err="1"/>
              <a:t>dengan</a:t>
            </a:r>
            <a:r>
              <a:rPr lang="en-US" dirty="0"/>
              <a:t> tag &lt;ul&gt; dan &lt;a&gt; </a:t>
            </a:r>
            <a:r>
              <a:rPr lang="en-US" dirty="0" err="1"/>
              <a:t>sebagai</a:t>
            </a:r>
            <a:r>
              <a:rPr lang="en-US" dirty="0"/>
              <a:t> </a:t>
            </a:r>
            <a:r>
              <a:rPr lang="en-US" dirty="0" err="1"/>
              <a:t>isi</a:t>
            </a:r>
            <a:r>
              <a:rPr lang="en-US" dirty="0"/>
              <a:t> </a:t>
            </a:r>
            <a:r>
              <a:rPr lang="en-US" dirty="0" err="1"/>
              <a:t>datanya</a:t>
            </a:r>
            <a:endParaRPr lang="id-ID" dirty="0"/>
          </a:p>
        </p:txBody>
      </p:sp>
    </p:spTree>
    <p:extLst>
      <p:ext uri="{BB962C8B-B14F-4D97-AF65-F5344CB8AC3E}">
        <p14:creationId xmlns:p14="http://schemas.microsoft.com/office/powerpoint/2010/main" val="730227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5470E-CFAE-4115-8580-592C8694EBA2}"/>
              </a:ext>
            </a:extLst>
          </p:cNvPr>
          <p:cNvSpPr>
            <a:spLocks noGrp="1"/>
          </p:cNvSpPr>
          <p:nvPr>
            <p:ph type="title"/>
          </p:nvPr>
        </p:nvSpPr>
        <p:spPr/>
        <p:txBody>
          <a:bodyPr/>
          <a:lstStyle/>
          <a:p>
            <a:r>
              <a:rPr lang="en-US" dirty="0"/>
              <a:t>footer</a:t>
            </a:r>
            <a:endParaRPr lang="id-ID" dirty="0"/>
          </a:p>
        </p:txBody>
      </p:sp>
      <p:sp>
        <p:nvSpPr>
          <p:cNvPr id="3" name="Text Placeholder 2">
            <a:extLst>
              <a:ext uri="{FF2B5EF4-FFF2-40B4-BE49-F238E27FC236}">
                <a16:creationId xmlns:a16="http://schemas.microsoft.com/office/drawing/2014/main" id="{4B415556-9705-40D5-BBB9-E3A76CD2425E}"/>
              </a:ext>
            </a:extLst>
          </p:cNvPr>
          <p:cNvSpPr>
            <a:spLocks noGrp="1"/>
          </p:cNvSpPr>
          <p:nvPr>
            <p:ph type="body" idx="1"/>
          </p:nvPr>
        </p:nvSpPr>
        <p:spPr/>
        <p:txBody>
          <a:bodyPr/>
          <a:lstStyle/>
          <a:p>
            <a:endParaRPr lang="id-ID" dirty="0"/>
          </a:p>
        </p:txBody>
      </p:sp>
    </p:spTree>
    <p:extLst>
      <p:ext uri="{BB962C8B-B14F-4D97-AF65-F5344CB8AC3E}">
        <p14:creationId xmlns:p14="http://schemas.microsoft.com/office/powerpoint/2010/main" val="2125979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728F-3959-4B62-9E56-5F15265CC60F}"/>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D3763D31-B6FD-4986-98BF-2229D34129A7}"/>
              </a:ext>
            </a:extLst>
          </p:cNvPr>
          <p:cNvSpPr>
            <a:spLocks noGrp="1"/>
          </p:cNvSpPr>
          <p:nvPr>
            <p:ph idx="1"/>
          </p:nvPr>
        </p:nvSpPr>
        <p:spPr/>
        <p:txBody>
          <a:bodyPr/>
          <a:lstStyle/>
          <a:p>
            <a:r>
              <a:rPr lang="id-ID" dirty="0"/>
              <a:t>Tag &lt;footer&gt; dalam HTML adalah elemen semantik yang digunakan untuk mendefinisikan bagian akhir atau penutup dari sebuah konten atau bagian dari konten. Tag ini biasanya berisi informasi seperti hak cipta, penulis, tautan ke kebijakan privasi, atau informasi kontak.</a:t>
            </a:r>
          </a:p>
        </p:txBody>
      </p:sp>
    </p:spTree>
    <p:extLst>
      <p:ext uri="{BB962C8B-B14F-4D97-AF65-F5344CB8AC3E}">
        <p14:creationId xmlns:p14="http://schemas.microsoft.com/office/powerpoint/2010/main" val="2849745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8428F-20B1-497A-AB64-73B61F14D67B}"/>
              </a:ext>
            </a:extLst>
          </p:cNvPr>
          <p:cNvSpPr>
            <a:spLocks noGrp="1"/>
          </p:cNvSpPr>
          <p:nvPr>
            <p:ph type="title"/>
          </p:nvPr>
        </p:nvSpPr>
        <p:spPr/>
        <p:txBody>
          <a:bodyPr/>
          <a:lstStyle/>
          <a:p>
            <a:r>
              <a:rPr lang="en-US" dirty="0"/>
              <a:t>Detail &amp; summary</a:t>
            </a:r>
            <a:endParaRPr lang="id-ID" dirty="0"/>
          </a:p>
        </p:txBody>
      </p:sp>
      <p:sp>
        <p:nvSpPr>
          <p:cNvPr id="3" name="Text Placeholder 2">
            <a:extLst>
              <a:ext uri="{FF2B5EF4-FFF2-40B4-BE49-F238E27FC236}">
                <a16:creationId xmlns:a16="http://schemas.microsoft.com/office/drawing/2014/main" id="{E078BAB1-463B-40F6-B52F-29AE85754AFE}"/>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1677852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3DC13-149A-415D-ADB8-5E7C9DD23A1B}"/>
              </a:ext>
            </a:extLst>
          </p:cNvPr>
          <p:cNvSpPr>
            <a:spLocks noGrp="1"/>
          </p:cNvSpPr>
          <p:nvPr>
            <p:ph type="title"/>
          </p:nvPr>
        </p:nvSpPr>
        <p:spPr/>
        <p:txBody>
          <a:bodyPr/>
          <a:lstStyle/>
          <a:p>
            <a:endParaRPr lang="id-ID"/>
          </a:p>
        </p:txBody>
      </p:sp>
      <p:sp>
        <p:nvSpPr>
          <p:cNvPr id="3" name="Content Placeholder 2">
            <a:extLst>
              <a:ext uri="{FF2B5EF4-FFF2-40B4-BE49-F238E27FC236}">
                <a16:creationId xmlns:a16="http://schemas.microsoft.com/office/drawing/2014/main" id="{46CE153C-67A7-4B96-B733-997237C4380C}"/>
              </a:ext>
            </a:extLst>
          </p:cNvPr>
          <p:cNvSpPr>
            <a:spLocks noGrp="1"/>
          </p:cNvSpPr>
          <p:nvPr>
            <p:ph idx="1"/>
          </p:nvPr>
        </p:nvSpPr>
        <p:spPr/>
        <p:txBody>
          <a:bodyPr/>
          <a:lstStyle/>
          <a:p>
            <a:r>
              <a:rPr lang="id-ID" dirty="0"/>
              <a:t>Tag &lt;detail&gt; dan &lt;summary&gt; merupakan tag untuk membuat elemen spoiler.</a:t>
            </a:r>
          </a:p>
          <a:p>
            <a:r>
              <a:rPr lang="id-ID" dirty="0"/>
              <a:t>Tag &lt;detail&gt; akan berisi semua detail konten, lalu tag &lt;summary&gt; akan menjadi tombol yang bisa diklik untuk menampikan detail isinya.</a:t>
            </a:r>
            <a:endParaRPr lang="en-US" dirty="0"/>
          </a:p>
          <a:p>
            <a:pPr marL="0" indent="0">
              <a:buNone/>
            </a:pPr>
            <a:endParaRPr lang="id-ID" dirty="0"/>
          </a:p>
        </p:txBody>
      </p:sp>
      <p:pic>
        <p:nvPicPr>
          <p:cNvPr id="4" name="Picture 3">
            <a:extLst>
              <a:ext uri="{FF2B5EF4-FFF2-40B4-BE49-F238E27FC236}">
                <a16:creationId xmlns:a16="http://schemas.microsoft.com/office/drawing/2014/main" id="{32FB0AF3-45EE-4E87-B849-BEF6F6B43606}"/>
              </a:ext>
            </a:extLst>
          </p:cNvPr>
          <p:cNvPicPr>
            <a:picLocks noChangeAspect="1"/>
          </p:cNvPicPr>
          <p:nvPr/>
        </p:nvPicPr>
        <p:blipFill rotWithShape="1">
          <a:blip r:embed="rId2"/>
          <a:srcRect l="13913" t="15603" r="11304" b="14347"/>
          <a:stretch/>
        </p:blipFill>
        <p:spPr>
          <a:xfrm>
            <a:off x="1535663" y="3837457"/>
            <a:ext cx="4558748" cy="2402025"/>
          </a:xfrm>
          <a:prstGeom prst="rect">
            <a:avLst/>
          </a:prstGeom>
        </p:spPr>
      </p:pic>
    </p:spTree>
    <p:extLst>
      <p:ext uri="{BB962C8B-B14F-4D97-AF65-F5344CB8AC3E}">
        <p14:creationId xmlns:p14="http://schemas.microsoft.com/office/powerpoint/2010/main" val="1299103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92CFC-38E8-4E11-A23D-1FEC76929138}"/>
              </a:ext>
            </a:extLst>
          </p:cNvPr>
          <p:cNvSpPr>
            <a:spLocks noGrp="1"/>
          </p:cNvSpPr>
          <p:nvPr>
            <p:ph type="title"/>
          </p:nvPr>
        </p:nvSpPr>
        <p:spPr/>
        <p:txBody>
          <a:bodyPr/>
          <a:lstStyle/>
          <a:p>
            <a:r>
              <a:rPr lang="en-US" dirty="0"/>
              <a:t>Tips &amp; trick</a:t>
            </a:r>
            <a:endParaRPr lang="id-ID" dirty="0"/>
          </a:p>
        </p:txBody>
      </p:sp>
      <p:sp>
        <p:nvSpPr>
          <p:cNvPr id="3" name="Content Placeholder 2">
            <a:extLst>
              <a:ext uri="{FF2B5EF4-FFF2-40B4-BE49-F238E27FC236}">
                <a16:creationId xmlns:a16="http://schemas.microsoft.com/office/drawing/2014/main" id="{886404C0-2560-44A7-B6CB-E6324501E28A}"/>
              </a:ext>
            </a:extLst>
          </p:cNvPr>
          <p:cNvSpPr>
            <a:spLocks noGrp="1"/>
          </p:cNvSpPr>
          <p:nvPr>
            <p:ph idx="1"/>
          </p:nvPr>
        </p:nvSpPr>
        <p:spPr/>
        <p:txBody>
          <a:bodyPr/>
          <a:lstStyle/>
          <a:p>
            <a:r>
              <a:rPr lang="en-US" dirty="0" err="1"/>
              <a:t>Sebernarnya</a:t>
            </a:r>
            <a:r>
              <a:rPr lang="en-US" dirty="0"/>
              <a:t> Article </a:t>
            </a:r>
            <a:r>
              <a:rPr lang="en-US" dirty="0" err="1"/>
              <a:t>mirip</a:t>
            </a:r>
            <a:r>
              <a:rPr lang="en-US" dirty="0"/>
              <a:t> </a:t>
            </a:r>
            <a:r>
              <a:rPr lang="en-US" dirty="0" err="1"/>
              <a:t>dengan</a:t>
            </a:r>
            <a:r>
              <a:rPr lang="en-US" dirty="0"/>
              <a:t> DIV</a:t>
            </a:r>
            <a:endParaRPr lang="id-ID" dirty="0"/>
          </a:p>
        </p:txBody>
      </p:sp>
    </p:spTree>
    <p:extLst>
      <p:ext uri="{BB962C8B-B14F-4D97-AF65-F5344CB8AC3E}">
        <p14:creationId xmlns:p14="http://schemas.microsoft.com/office/powerpoint/2010/main" val="3868196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D535-E308-4DE1-B74E-62CB0FFCF36C}"/>
              </a:ext>
            </a:extLst>
          </p:cNvPr>
          <p:cNvSpPr>
            <a:spLocks noGrp="1"/>
          </p:cNvSpPr>
          <p:nvPr>
            <p:ph type="title"/>
          </p:nvPr>
        </p:nvSpPr>
        <p:spPr/>
        <p:txBody>
          <a:bodyPr/>
          <a:lstStyle/>
          <a:p>
            <a:r>
              <a:rPr lang="en-US" dirty="0" err="1"/>
              <a:t>LAtIHAN</a:t>
            </a:r>
            <a:endParaRPr lang="id-ID" dirty="0"/>
          </a:p>
        </p:txBody>
      </p:sp>
      <p:pic>
        <p:nvPicPr>
          <p:cNvPr id="6" name="Content Placeholder 5">
            <a:extLst>
              <a:ext uri="{FF2B5EF4-FFF2-40B4-BE49-F238E27FC236}">
                <a16:creationId xmlns:a16="http://schemas.microsoft.com/office/drawing/2014/main" id="{FA65BD31-6A99-4CC7-B731-0B7855A6FC0B}"/>
              </a:ext>
            </a:extLst>
          </p:cNvPr>
          <p:cNvPicPr>
            <a:picLocks noGrp="1" noChangeAspect="1"/>
          </p:cNvPicPr>
          <p:nvPr>
            <p:ph idx="1"/>
          </p:nvPr>
        </p:nvPicPr>
        <p:blipFill>
          <a:blip r:embed="rId2"/>
          <a:stretch>
            <a:fillRect/>
          </a:stretch>
        </p:blipFill>
        <p:spPr>
          <a:xfrm>
            <a:off x="6166643" y="592138"/>
            <a:ext cx="3870326" cy="5199062"/>
          </a:xfrm>
        </p:spPr>
      </p:pic>
      <p:sp>
        <p:nvSpPr>
          <p:cNvPr id="4" name="Text Placeholder 3">
            <a:extLst>
              <a:ext uri="{FF2B5EF4-FFF2-40B4-BE49-F238E27FC236}">
                <a16:creationId xmlns:a16="http://schemas.microsoft.com/office/drawing/2014/main" id="{C9F5240E-29E5-47F2-98C8-520830C9DEC1}"/>
              </a:ext>
            </a:extLst>
          </p:cNvPr>
          <p:cNvSpPr>
            <a:spLocks noGrp="1"/>
          </p:cNvSpPr>
          <p:nvPr>
            <p:ph type="body" sz="half" idx="2"/>
          </p:nvPr>
        </p:nvSpPr>
        <p:spPr/>
        <p:txBody>
          <a:bodyPr/>
          <a:lstStyle/>
          <a:p>
            <a:r>
              <a:rPr lang="en-US" dirty="0" err="1"/>
              <a:t>Buatlah</a:t>
            </a:r>
            <a:r>
              <a:rPr lang="en-US" dirty="0"/>
              <a:t> file html </a:t>
            </a:r>
            <a:r>
              <a:rPr lang="en-US" dirty="0" err="1"/>
              <a:t>dengan</a:t>
            </a:r>
            <a:r>
              <a:rPr lang="en-US" dirty="0"/>
              <a:t> </a:t>
            </a:r>
            <a:r>
              <a:rPr lang="en-US" dirty="0" err="1"/>
              <a:t>tampilan</a:t>
            </a:r>
            <a:r>
              <a:rPr lang="en-US" dirty="0"/>
              <a:t> </a:t>
            </a:r>
            <a:r>
              <a:rPr lang="en-US" dirty="0" err="1"/>
              <a:t>sebagai</a:t>
            </a:r>
            <a:r>
              <a:rPr lang="en-US" dirty="0"/>
              <a:t> </a:t>
            </a:r>
            <a:r>
              <a:rPr lang="en-US" dirty="0" err="1"/>
              <a:t>berikut</a:t>
            </a:r>
            <a:endParaRPr lang="en-US"/>
          </a:p>
          <a:p>
            <a:endParaRPr lang="id-ID" dirty="0"/>
          </a:p>
        </p:txBody>
      </p:sp>
    </p:spTree>
    <p:extLst>
      <p:ext uri="{BB962C8B-B14F-4D97-AF65-F5344CB8AC3E}">
        <p14:creationId xmlns:p14="http://schemas.microsoft.com/office/powerpoint/2010/main" val="11922294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85</TotalTime>
  <Words>562</Words>
  <Application>Microsoft Office PowerPoint</Application>
  <PresentationFormat>Widescreen</PresentationFormat>
  <Paragraphs>32</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Tw Cen MT</vt:lpstr>
      <vt:lpstr>ui-monospace</vt:lpstr>
      <vt:lpstr>Circuit</vt:lpstr>
      <vt:lpstr>HTML 13</vt:lpstr>
      <vt:lpstr>Elemen semantik</vt:lpstr>
      <vt:lpstr>PowerPoint Presentation</vt:lpstr>
      <vt:lpstr>div</vt:lpstr>
      <vt:lpstr>PowerPoint Presentation</vt:lpstr>
      <vt:lpstr>Time</vt:lpstr>
      <vt:lpstr>PowerPoint Presentation</vt:lpstr>
      <vt:lpstr>header</vt:lpstr>
      <vt:lpstr>PowerPoint Presentation</vt:lpstr>
      <vt:lpstr>article</vt:lpstr>
      <vt:lpstr>PowerPoint Presentation</vt:lpstr>
      <vt:lpstr>navbar</vt:lpstr>
      <vt:lpstr>PowerPoint Presentation</vt:lpstr>
      <vt:lpstr>footer</vt:lpstr>
      <vt:lpstr>PowerPoint Presentation</vt:lpstr>
      <vt:lpstr>Detail &amp; summary</vt:lpstr>
      <vt:lpstr>PowerPoint Presentation</vt:lpstr>
      <vt:lpstr>Tips &amp; trick</vt:lpstr>
      <vt:lpstr>LAtIHAN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13</dc:title>
  <dc:creator>Fauzan Hendro</dc:creator>
  <cp:lastModifiedBy>Fauzan Hendro</cp:lastModifiedBy>
  <cp:revision>4</cp:revision>
  <dcterms:created xsi:type="dcterms:W3CDTF">2024-07-19T01:48:23Z</dcterms:created>
  <dcterms:modified xsi:type="dcterms:W3CDTF">2024-07-25T02:14:31Z</dcterms:modified>
</cp:coreProperties>
</file>