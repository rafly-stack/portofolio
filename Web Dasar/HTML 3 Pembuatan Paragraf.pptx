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70" r:id="rId13"/>
    <p:sldId id="271" r:id="rId14"/>
    <p:sldId id="26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099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9348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233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724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842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113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200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159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517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855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59506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1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2532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3522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4892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6087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8160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DB58A-3784-4B80-91BD-5B16B70B20AF}" type="datetimeFigureOut">
              <a:rPr lang="id-ID" smtClean="0"/>
              <a:t>22/07/2024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34FA2-F7CB-4C4C-9BF0-997C657D10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018723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22B5-258E-4807-A915-C07634E54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3 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2BF75-38CB-4DF0-9F50-C657EF4B3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paragraph pada html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03740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331C-4104-44E7-BDEF-32088AE2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Paragraf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387FE-1F2E-4359-9B6B-96AB0D234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9356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05DD-2F01-49D2-986C-10762ED5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paragraph ?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5E5A-1C01-4E92-A545-FF148BE6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Paragraf adalah kumpulan dari beberapa kalimat. Pada web, Paragraf biasanya digunakan untuk menampilkan teks atau artikel.</a:t>
            </a:r>
          </a:p>
          <a:p>
            <a:endParaRPr lang="id-ID" dirty="0"/>
          </a:p>
          <a:p>
            <a:r>
              <a:rPr lang="id-ID" dirty="0"/>
              <a:t>Paragraf pada HTML dibuat dengan tag &lt;p&gt;. Selain tag ini, ada juga tag pendukung lain seperti &lt;div&gt;, &lt;hr&gt;, &lt;br&gt;, dan &lt;pre&gt;.</a:t>
            </a:r>
          </a:p>
        </p:txBody>
      </p:sp>
    </p:spTree>
    <p:extLst>
      <p:ext uri="{BB962C8B-B14F-4D97-AF65-F5344CB8AC3E}">
        <p14:creationId xmlns:p14="http://schemas.microsoft.com/office/powerpoint/2010/main" val="108573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8E71-05B9-466F-8C97-181FD4B2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A87E70-82FA-478F-A4B2-F90DE0562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031" y="1453356"/>
            <a:ext cx="4781550" cy="3476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74B9-BF73-411E-BC67-E268F3CF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d-ID" dirty="0"/>
              <a:t>&lt;!DOCTYPE html&gt;</a:t>
            </a:r>
          </a:p>
          <a:p>
            <a:r>
              <a:rPr lang="id-ID" dirty="0"/>
              <a:t>&lt;html lang="en"&gt;</a:t>
            </a:r>
          </a:p>
          <a:p>
            <a:r>
              <a:rPr lang="id-ID" dirty="0"/>
              <a:t>    &lt;head&gt;</a:t>
            </a:r>
          </a:p>
          <a:p>
            <a:r>
              <a:rPr lang="id-ID" dirty="0"/>
              <a:t>        &lt;title&gt;Tutorial Paragraf di HTML&lt;/title&gt;</a:t>
            </a:r>
          </a:p>
          <a:p>
            <a:r>
              <a:rPr lang="id-ID" dirty="0"/>
              <a:t>    &lt;/head&gt;</a:t>
            </a:r>
          </a:p>
          <a:p>
            <a:r>
              <a:rPr lang="id-ID" dirty="0"/>
              <a:t>    &lt;body&gt;</a:t>
            </a:r>
          </a:p>
          <a:p>
            <a:r>
              <a:rPr lang="id-ID" dirty="0"/>
              <a:t>        &lt;p&gt;Ini adalah sebuah paragraf yang berisi beberapa kalimat.</a:t>
            </a:r>
          </a:p>
          <a:p>
            <a:r>
              <a:rPr lang="id-ID" dirty="0"/>
              <a:t>        Saya sedang belajar HTML di Petani Kode. Saat ini Sedang,</a:t>
            </a:r>
          </a:p>
          <a:p>
            <a:r>
              <a:rPr lang="id-ID" dirty="0"/>
              <a:t>        Belajar tentang paragraf.&lt;/p&gt;</a:t>
            </a:r>
          </a:p>
          <a:p>
            <a:r>
              <a:rPr lang="id-ID" dirty="0"/>
              <a:t>        &lt;p&gt;Paragraf adalah kumpulan dari beberapa kalimat yang saling</a:t>
            </a:r>
          </a:p>
          <a:p>
            <a:r>
              <a:rPr lang="id-ID" dirty="0"/>
              <a:t>        mendukung. Punya ide pokok sebagai dasar dari paragraf itu sendiri.&lt;/p&gt;</a:t>
            </a:r>
          </a:p>
          <a:p>
            <a:r>
              <a:rPr lang="id-ID" dirty="0"/>
              <a:t>    &lt;/body&gt;</a:t>
            </a:r>
          </a:p>
          <a:p>
            <a:r>
              <a:rPr lang="id-ID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3009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05DD-2F01-49D2-986C-10762ED5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paragraf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5E5A-1C01-4E92-A545-FF148BE6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paragraph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sangat </a:t>
            </a:r>
            <a:r>
              <a:rPr lang="en-US" dirty="0" err="1"/>
              <a:t>beragam</a:t>
            </a:r>
            <a:r>
              <a:rPr lang="en-US" dirty="0"/>
              <a:t> </a:t>
            </a:r>
            <a:r>
              <a:rPr lang="en-US" dirty="0" err="1"/>
              <a:t>contohnya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align, id, class dan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,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yang paling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di html.</a:t>
            </a:r>
            <a:endParaRPr lang="id-ID" dirty="0"/>
          </a:p>
          <a:p>
            <a:r>
              <a:rPr lang="id-ID" dirty="0"/>
              <a:t>Atribut align merupakan atribut yang digunakan untuk perataan teks pada paragraph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web</a:t>
            </a:r>
            <a:r>
              <a:rPr lang="id-ID" dirty="0"/>
              <a:t>.</a:t>
            </a:r>
            <a:r>
              <a:rPr lang="en-US" dirty="0"/>
              <a:t>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id dan class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CSS.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9536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8E71-05B9-466F-8C97-181FD4B2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74B9-BF73-411E-BC67-E268F3CF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      &lt;p align="center"&gt;Ini adalah sebuah paragraf yang berisi beberapa </a:t>
            </a:r>
          </a:p>
          <a:p>
            <a:r>
              <a:rPr lang="id-ID" dirty="0"/>
              <a:t>        kalimat. Saya sedang belajar HTML di Petani Kode. Saat ini Sedang,</a:t>
            </a:r>
          </a:p>
          <a:p>
            <a:r>
              <a:rPr lang="id-ID" dirty="0"/>
              <a:t>        Belajar tentang paragraf.&lt;/p&gt;</a:t>
            </a:r>
          </a:p>
          <a:p>
            <a:r>
              <a:rPr lang="id-ID" dirty="0"/>
              <a:t>        &lt;p align="right"&gt;Paragraf adalah kumpulan dari beberapa kalimat yang </a:t>
            </a:r>
          </a:p>
          <a:p>
            <a:r>
              <a:rPr lang="id-ID" dirty="0"/>
              <a:t>        saling mendukung. Paragraf dibuat dengan menentukan ide pokok terlebih</a:t>
            </a:r>
          </a:p>
          <a:p>
            <a:r>
              <a:rPr lang="id-ID" dirty="0"/>
              <a:t>        dahulu. Lalu diikuti dengan kalimat-kalimat pendukung.&lt;/p&gt;</a:t>
            </a:r>
          </a:p>
          <a:p>
            <a:r>
              <a:rPr lang="id-ID" dirty="0"/>
              <a:t>    &lt;/body&gt;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E8D0E8-5A69-4A6C-81DF-6523591F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2175F-7D6E-4B83-81B2-29FF1829B1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5582271" y="1399654"/>
            <a:ext cx="4791075" cy="333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6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05DD-2F01-49D2-986C-10762ED5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Penggunaan</a:t>
            </a:r>
            <a:r>
              <a:rPr lang="en-US" dirty="0"/>
              <a:t> tag &lt;</a:t>
            </a:r>
            <a:r>
              <a:rPr lang="en-US" dirty="0" err="1"/>
              <a:t>br</a:t>
            </a:r>
            <a:r>
              <a:rPr lang="en-US" dirty="0"/>
              <a:t>&gt; dan &amp;</a:t>
            </a:r>
            <a:r>
              <a:rPr lang="en-US" dirty="0" err="1"/>
              <a:t>nbsp</a:t>
            </a:r>
            <a:r>
              <a:rPr lang="en-US" dirty="0"/>
              <a:t> &lt;HR&gt;;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5E5A-1C01-4E92-A545-FF148BE6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Tag &lt;</a:t>
            </a:r>
            <a:r>
              <a:rPr lang="en-US" dirty="0" err="1"/>
              <a:t>br</a:t>
            </a:r>
            <a:r>
              <a:rPr lang="en-US" dirty="0"/>
              <a:t>&gt; </a:t>
            </a:r>
            <a:r>
              <a:rPr lang="en-US" dirty="0" err="1"/>
              <a:t>merupakan</a:t>
            </a:r>
            <a:r>
              <a:rPr lang="en-US" dirty="0"/>
              <a:t> tag </a:t>
            </a:r>
            <a:r>
              <a:rPr lang="en-US" dirty="0" err="1"/>
              <a:t>pendukung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paragraph,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tag &lt;</a:t>
            </a:r>
            <a:r>
              <a:rPr lang="en-US" dirty="0" err="1"/>
              <a:t>br</a:t>
            </a:r>
            <a:r>
              <a:rPr lang="en-US" dirty="0"/>
              <a:t>&gt;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baris </a:t>
            </a:r>
            <a:r>
              <a:rPr lang="en-US" dirty="0" err="1"/>
              <a:t>baru</a:t>
            </a:r>
            <a:r>
              <a:rPr lang="en-US" dirty="0"/>
              <a:t>,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mudahnya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enter di word. </a:t>
            </a:r>
          </a:p>
          <a:p>
            <a:r>
              <a:rPr lang="en-US" dirty="0"/>
              <a:t>Tag &lt;</a:t>
            </a:r>
            <a:r>
              <a:rPr lang="en-US" dirty="0" err="1"/>
              <a:t>hr</a:t>
            </a:r>
            <a:r>
              <a:rPr lang="en-US" dirty="0"/>
              <a:t>&gt; </a:t>
            </a:r>
            <a:r>
              <a:rPr lang="en-US" dirty="0" err="1"/>
              <a:t>merupakan</a:t>
            </a:r>
            <a:r>
              <a:rPr lang="en-US" dirty="0"/>
              <a:t> tag garis </a:t>
            </a:r>
            <a:r>
              <a:rPr lang="en-US" dirty="0" err="1"/>
              <a:t>bawah</a:t>
            </a:r>
            <a:r>
              <a:rPr lang="en-US" dirty="0"/>
              <a:t> Panjang di html…. 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sperti</a:t>
            </a:r>
            <a:r>
              <a:rPr lang="en-US" dirty="0"/>
              <a:t> garis </a:t>
            </a:r>
            <a:r>
              <a:rPr lang="en-US" dirty="0" err="1"/>
              <a:t>tunggal</a:t>
            </a:r>
            <a:r>
              <a:rPr lang="en-US" dirty="0"/>
              <a:t> pada cop </a:t>
            </a:r>
            <a:r>
              <a:rPr lang="en-US" dirty="0" err="1"/>
              <a:t>surat</a:t>
            </a:r>
            <a:endParaRPr lang="en-US" dirty="0"/>
          </a:p>
          <a:p>
            <a:r>
              <a:rPr lang="en-US" dirty="0"/>
              <a:t>Tag &lt;</a:t>
            </a:r>
            <a:r>
              <a:rPr lang="en-US" dirty="0" err="1"/>
              <a:t>br</a:t>
            </a:r>
            <a:r>
              <a:rPr lang="en-US" dirty="0"/>
              <a:t>&gt;dan &lt;</a:t>
            </a:r>
            <a:r>
              <a:rPr lang="en-US" dirty="0" err="1"/>
              <a:t>hr</a:t>
            </a:r>
            <a:r>
              <a:rPr lang="en-US" dirty="0"/>
              <a:t>&gt;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tag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&lt;</a:t>
            </a:r>
            <a:r>
              <a:rPr lang="en-US" dirty="0" err="1"/>
              <a:t>br</a:t>
            </a:r>
            <a:r>
              <a:rPr lang="en-US" dirty="0"/>
              <a:t>&gt; </a:t>
            </a:r>
            <a:r>
              <a:rPr lang="en-US" dirty="0" err="1"/>
              <a:t>atau</a:t>
            </a:r>
            <a:r>
              <a:rPr lang="en-US" dirty="0"/>
              <a:t> &lt;</a:t>
            </a:r>
            <a:r>
              <a:rPr lang="en-US" dirty="0" err="1"/>
              <a:t>br</a:t>
            </a:r>
            <a:r>
              <a:rPr lang="en-US" dirty="0"/>
              <a:t>/&gt;</a:t>
            </a:r>
            <a:endParaRPr lang="id-ID" dirty="0"/>
          </a:p>
          <a:p>
            <a:r>
              <a:rPr lang="en-US" dirty="0"/>
              <a:t>Tag </a:t>
            </a:r>
            <a:r>
              <a:rPr lang="en-US" dirty="0" err="1"/>
              <a:t>nbsp</a:t>
            </a:r>
            <a:r>
              <a:rPr lang="en-US" dirty="0"/>
              <a:t>;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paragraph di </a:t>
            </a:r>
            <a:r>
              <a:rPr lang="en-US" dirty="0" err="1"/>
              <a:t>dalam</a:t>
            </a:r>
            <a:r>
              <a:rPr lang="en-US" dirty="0"/>
              <a:t> html</a:t>
            </a:r>
          </a:p>
          <a:p>
            <a:r>
              <a:rPr lang="en-US" dirty="0"/>
              <a:t>Tag </a:t>
            </a:r>
            <a:r>
              <a:rPr lang="en-US" dirty="0" err="1"/>
              <a:t>nbsp</a:t>
            </a:r>
            <a:r>
              <a:rPr lang="en-US" dirty="0"/>
              <a:t>;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tag yang </a:t>
            </a:r>
            <a:r>
              <a:rPr lang="en-US" dirty="0" err="1"/>
              <a:t>unik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&lt;&gt;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elemen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7599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8E71-05B9-466F-8C97-181FD4B2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tag &lt;</a:t>
            </a:r>
            <a:r>
              <a:rPr lang="en-US" dirty="0" err="1"/>
              <a:t>br</a:t>
            </a:r>
            <a:r>
              <a:rPr lang="en-US" dirty="0"/>
              <a:t>&gt; dan &amp;</a:t>
            </a:r>
            <a:r>
              <a:rPr lang="en-US" dirty="0" err="1"/>
              <a:t>nbsp</a:t>
            </a:r>
            <a:r>
              <a:rPr lang="en-US" dirty="0"/>
              <a:t>;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74B9-BF73-411E-BC67-E268F3CF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id-ID" dirty="0"/>
              <a:t>&lt;body&gt;</a:t>
            </a:r>
            <a:endParaRPr lang="en-US" dirty="0"/>
          </a:p>
          <a:p>
            <a:r>
              <a:rPr lang="en-US" dirty="0"/>
              <a:t>	</a:t>
            </a:r>
            <a:r>
              <a:rPr lang="id-ID" dirty="0"/>
              <a:t>&lt;p&gt;Rambut berantakan tak pernah di sisir &lt;br /&gt; Orang melihat tertawa kesenangan &lt;br /&gt;</a:t>
            </a:r>
            <a:endParaRPr lang="en-US" dirty="0"/>
          </a:p>
          <a:p>
            <a:r>
              <a:rPr lang="en-US" dirty="0"/>
              <a:t>	&lt;</a:t>
            </a:r>
            <a:r>
              <a:rPr lang="en-US" dirty="0" err="1"/>
              <a:t>hr</a:t>
            </a:r>
            <a:r>
              <a:rPr lang="en-US" dirty="0"/>
              <a:t>&gt;</a:t>
            </a:r>
          </a:p>
          <a:p>
            <a:r>
              <a:rPr lang="id-ID" dirty="0"/>
              <a:t>Pengangguran berserakan seperti pasir &lt;br /&gt;       </a:t>
            </a:r>
            <a:r>
              <a:rPr lang="en-US" dirty="0"/>
              <a:t>        </a:t>
            </a:r>
            <a:r>
              <a:rPr lang="id-ID" dirty="0"/>
              <a:t>Kurang&amp;nbsp;usaha&amp;nbsp;dan&amp;nbsp;keterampilan&lt;/p&gt;</a:t>
            </a:r>
          </a:p>
          <a:p>
            <a:r>
              <a:rPr lang="id-ID" dirty="0"/>
              <a:t>    &lt;/body&gt;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6784AD-B4E7-4309-9070-B351BC98A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794" y="1891506"/>
            <a:ext cx="4772025" cy="2600325"/>
          </a:xfrm>
        </p:spPr>
      </p:pic>
    </p:spTree>
    <p:extLst>
      <p:ext uri="{BB962C8B-B14F-4D97-AF65-F5344CB8AC3E}">
        <p14:creationId xmlns:p14="http://schemas.microsoft.com/office/powerpoint/2010/main" val="41106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2B5F-691F-4F96-9936-E143477B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font?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BCD27-9BB7-48FF-99A8-1AB2EC6EA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0609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605DD-2F01-49D2-986C-10762ED5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5E5A-1C01-4E92-A545-FF148BE6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font? </a:t>
            </a:r>
            <a:r>
              <a:rPr lang="en-US" dirty="0" err="1"/>
              <a:t>Tentu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, </a:t>
            </a:r>
            <a:r>
              <a:rPr lang="en-US" dirty="0" err="1"/>
              <a:t>carangya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element font-family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7360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8E71-05B9-466F-8C97-181FD4B2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033669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mebgubah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font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74B9-BF73-411E-BC67-E268F3CFF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736035"/>
            <a:ext cx="5717921" cy="4784035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&lt;h1&gt;Font untuk Paragraf&lt;/h1&gt;</a:t>
            </a:r>
          </a:p>
          <a:p>
            <a:r>
              <a:rPr lang="id-ID" dirty="0"/>
              <a:t>&lt;p style="font-family: 'Arial';"&gt;Semua teks pada paragraf ini akan menggunakan</a:t>
            </a:r>
            <a:r>
              <a:rPr lang="en-US" dirty="0"/>
              <a:t> </a:t>
            </a:r>
            <a:r>
              <a:rPr lang="id-ID" dirty="0"/>
              <a:t>font Arial. &lt;/p&gt;</a:t>
            </a:r>
          </a:p>
          <a:p>
            <a:r>
              <a:rPr lang="id-ID" dirty="0"/>
              <a:t>&lt;p style="font-family: 'Times New Roman'"&gt;Ini adalah paragraf yang</a:t>
            </a:r>
            <a:r>
              <a:rPr lang="en-US" dirty="0"/>
              <a:t> </a:t>
            </a:r>
            <a:r>
              <a:rPr lang="id-ID" dirty="0"/>
              <a:t>menggunakan font Times New Roman. Font ini juga umum digunakan dalam</a:t>
            </a:r>
            <a:r>
              <a:rPr lang="en-US" dirty="0"/>
              <a:t> </a:t>
            </a:r>
            <a:r>
              <a:rPr lang="id-ID" dirty="0"/>
              <a:t>penulisan teks.&lt;/p&gt;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8CFC198-9C77-4B8D-8E9B-42BD61A16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9959"/>
          <a:stretch/>
        </p:blipFill>
        <p:spPr>
          <a:xfrm>
            <a:off x="7316825" y="2128182"/>
            <a:ext cx="3728470" cy="2601636"/>
          </a:xfrm>
        </p:spPr>
      </p:pic>
    </p:spTree>
    <p:extLst>
      <p:ext uri="{BB962C8B-B14F-4D97-AF65-F5344CB8AC3E}">
        <p14:creationId xmlns:p14="http://schemas.microsoft.com/office/powerpoint/2010/main" val="2402240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349B-C4AE-40D6-A556-61A0DAF4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apada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81D2D-98D3-4827-8F00-DBB53F16B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32589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48F23-EEAE-4AC1-9518-0778069C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7F2A8-1650-4A9E-AE7B-AA35867F8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pada html 5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CSS,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tag &lt;font&gt;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color dan </a:t>
            </a:r>
            <a:r>
              <a:rPr lang="en-US" dirty="0" err="1"/>
              <a:t>bgcolor</a:t>
            </a:r>
            <a:r>
              <a:rPr lang="en-US" dirty="0"/>
              <a:t>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dirubah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pada html 5.</a:t>
            </a:r>
          </a:p>
          <a:p>
            <a:r>
              <a:rPr lang="en-US" dirty="0"/>
              <a:t>Cara </a:t>
            </a:r>
            <a:r>
              <a:rPr lang="en-US" dirty="0" err="1"/>
              <a:t>mengganti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tulisan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&lt;p style=“</a:t>
            </a:r>
            <a:r>
              <a:rPr lang="en-US" dirty="0" err="1"/>
              <a:t>background-color:’red</a:t>
            </a:r>
            <a:r>
              <a:rPr lang="en-US" dirty="0"/>
              <a:t>’; </a:t>
            </a:r>
            <a:r>
              <a:rPr lang="en-US" dirty="0" err="1"/>
              <a:t>color:’blue</a:t>
            </a:r>
            <a:r>
              <a:rPr lang="en-US" dirty="0"/>
              <a:t>’;”&gt;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 dan </a:t>
            </a:r>
            <a:r>
              <a:rPr lang="en-US" dirty="0" err="1"/>
              <a:t>backgroundnya</a:t>
            </a:r>
            <a:r>
              <a:rPr lang="en-US" dirty="0"/>
              <a:t> </a:t>
            </a:r>
            <a:r>
              <a:rPr lang="en-US" dirty="0" err="1"/>
              <a:t>berwarna</a:t>
            </a:r>
            <a:r>
              <a:rPr lang="en-US" dirty="0"/>
              <a:t> </a:t>
            </a:r>
            <a:r>
              <a:rPr lang="en-US" dirty="0" err="1"/>
              <a:t>merah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40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837F-E154-4D5A-95F8-E3290CB0A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43883-774B-407E-9F53-D60A722CB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align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dan </a:t>
            </a:r>
            <a:r>
              <a:rPr lang="en-US" dirty="0" err="1"/>
              <a:t>menghemat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coding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di </a:t>
            </a:r>
            <a:r>
              <a:rPr lang="en-US" dirty="0" err="1"/>
              <a:t>setiap</a:t>
            </a:r>
            <a:r>
              <a:rPr lang="en-US" dirty="0"/>
              <a:t> tag.</a:t>
            </a:r>
          </a:p>
          <a:p>
            <a:r>
              <a:rPr lang="en-US" dirty="0"/>
              <a:t>Tag &lt;</a:t>
            </a:r>
            <a:r>
              <a:rPr lang="en-US" dirty="0" err="1"/>
              <a:t>br</a:t>
            </a:r>
            <a:r>
              <a:rPr lang="en-US" dirty="0"/>
              <a:t>&gt; dan &amp;</a:t>
            </a:r>
            <a:r>
              <a:rPr lang="en-US" dirty="0" err="1"/>
              <a:t>bnsp</a:t>
            </a:r>
            <a:r>
              <a:rPr lang="en-US" dirty="0"/>
              <a:t>;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tag paragraph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malah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sela di </a:t>
            </a:r>
            <a:r>
              <a:rPr lang="en-US" dirty="0" err="1"/>
              <a:t>antara</a:t>
            </a:r>
            <a:r>
              <a:rPr lang="en-US" dirty="0"/>
              <a:t> layout web.</a:t>
            </a:r>
          </a:p>
          <a:p>
            <a:r>
              <a:rPr lang="en-US" dirty="0" err="1"/>
              <a:t>Untuk</a:t>
            </a:r>
            <a:r>
              <a:rPr lang="en-US" dirty="0"/>
              <a:t> styling </a:t>
            </a:r>
            <a:r>
              <a:rPr lang="en-US" dirty="0" err="1"/>
              <a:t>alangkah</a:t>
            </a:r>
            <a:r>
              <a:rPr lang="en-US" dirty="0"/>
              <a:t> </a:t>
            </a:r>
            <a:r>
              <a:rPr lang="en-US" dirty="0" err="1"/>
              <a:t>baiknya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perkelas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file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en-US" dirty="0" err="1"/>
              <a:t>tersendiri</a:t>
            </a:r>
            <a:endParaRPr lang="en-US" dirty="0"/>
          </a:p>
          <a:p>
            <a:r>
              <a:rPr lang="en-US" dirty="0" err="1"/>
              <a:t>Atribut</a:t>
            </a:r>
            <a:r>
              <a:rPr lang="en-US" dirty="0"/>
              <a:t> background-color dan color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pada tulisan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hampir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tag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menggunakanya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9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E5CE-C989-4B25-AD1E-995AF2D9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latihan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1DC8-8AC6-4F98-9B10-B4FBC3793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file html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89FEE9-A2CC-47E4-BEDB-74CDD0DA6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4" y="2848582"/>
            <a:ext cx="65151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2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91</TotalTime>
  <Words>748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HTML 3 </vt:lpstr>
      <vt:lpstr>Membuat Paragraf</vt:lpstr>
      <vt:lpstr>Apa itu paragraph ?</vt:lpstr>
      <vt:lpstr>COntoh</vt:lpstr>
      <vt:lpstr>Atribut untuk paragraf</vt:lpstr>
      <vt:lpstr>COntoh</vt:lpstr>
      <vt:lpstr>Penggunaan tag &lt;br&gt; dan &amp;nbsp &lt;HR&gt;;</vt:lpstr>
      <vt:lpstr>Contoh penggunaan tag &lt;br&gt; dan &amp;nbsp;</vt:lpstr>
      <vt:lpstr>Apakah bisa mengubah jenis font?</vt:lpstr>
      <vt:lpstr>Font</vt:lpstr>
      <vt:lpstr>Contoh mebgubah jenis font</vt:lpstr>
      <vt:lpstr>Bagaimana cara mengganti warna apada teks ?</vt:lpstr>
      <vt:lpstr>PowerPoint Presentation</vt:lpstr>
      <vt:lpstr>Tips &amp; trick</vt:lpstr>
      <vt:lpstr>latihan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3</dc:title>
  <dc:creator>Fauzan Hendro</dc:creator>
  <cp:lastModifiedBy>Fauzan Hendro</cp:lastModifiedBy>
  <cp:revision>11</cp:revision>
  <dcterms:created xsi:type="dcterms:W3CDTF">2024-07-18T00:52:05Z</dcterms:created>
  <dcterms:modified xsi:type="dcterms:W3CDTF">2024-07-22T11:44:15Z</dcterms:modified>
</cp:coreProperties>
</file>