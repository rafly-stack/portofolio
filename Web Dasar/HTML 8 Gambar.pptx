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110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2547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45601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9410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0197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1618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5170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6888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8886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617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7797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4248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01642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03599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16843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36078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1639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DCAC4-22C9-460D-B673-2C1FB4C8E98F}" type="datetimeFigureOut">
              <a:rPr lang="id-ID" smtClean="0"/>
              <a:t>24/07/2024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5522D-815B-4A1A-A558-042A02E5293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8659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FC0B-40C8-46BB-A75B-4200C1C6C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8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C7D74-21E3-45B5-905E-6C9013BEDC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gambar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8047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0130F-49F7-4C10-A02C-4CEEF24FC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36B2B-400A-4296-8336-9625E78D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876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BCB1-EAB5-4AE4-8A14-FFA6858C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gambar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B6F95-8889-4A06-AC04-C7F6340D8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Gambar dapat kita tambakan di HTML dengan menggunakan tag &lt;img&gt;. Tag ini memiliki atribut wajib, yakni src.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1027" name="Picture 3" descr="Tag img di HTML">
            <a:extLst>
              <a:ext uri="{FF2B5EF4-FFF2-40B4-BE49-F238E27FC236}">
                <a16:creationId xmlns:a16="http://schemas.microsoft.com/office/drawing/2014/main" id="{7BFBB65F-4125-47C8-AFBF-2CFCE6D4C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0" t="21318" r="14736" b="17130"/>
          <a:stretch/>
        </p:blipFill>
        <p:spPr bwMode="auto">
          <a:xfrm>
            <a:off x="3021495" y="3273287"/>
            <a:ext cx="5367131" cy="223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142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2EC8B-B4C1-427A-A6C4-3DC7FC3D8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Pemfolderan</a:t>
            </a:r>
            <a:r>
              <a:rPr lang="en-US" dirty="0"/>
              <a:t> </a:t>
            </a:r>
            <a:r>
              <a:rPr lang="en-US" dirty="0" err="1"/>
              <a:t>gambar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EB7F5-A1D3-4A65-87CE-60F4B3C07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Diusahakan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folder </a:t>
            </a:r>
            <a:r>
              <a:rPr lang="en-US" dirty="0" err="1"/>
              <a:t>tersendiri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 folder </a:t>
            </a:r>
            <a:r>
              <a:rPr lang="en-US" dirty="0" err="1"/>
              <a:t>img</a:t>
            </a:r>
            <a:endParaRPr lang="en-US" dirty="0"/>
          </a:p>
          <a:p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0B2ABD-D063-43E8-B8E9-CB81F22FA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831" y="3143251"/>
            <a:ext cx="29146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2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6EC8-9FD7-43CD-BDA6-28B20F93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45719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7B9EB-1327-45EA-AB61-CEA9EF4DF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066800"/>
            <a:ext cx="3856037" cy="4724400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&lt;h1&gt;Menampilkan Gambar di HTML&lt;/h1&gt;</a:t>
            </a:r>
          </a:p>
          <a:p>
            <a:r>
              <a:rPr lang="id-ID" dirty="0"/>
              <a:t>  &lt;p&gt;Berikut ini adalah gambar sawah:&lt;/p&gt;</a:t>
            </a:r>
          </a:p>
          <a:p>
            <a:r>
              <a:rPr lang="id-ID" dirty="0"/>
              <a:t>  &lt;p&gt;</a:t>
            </a:r>
          </a:p>
          <a:p>
            <a:r>
              <a:rPr lang="id-ID" dirty="0"/>
              <a:t>    &lt;img src="img/sawah.jpg" /&gt;</a:t>
            </a:r>
          </a:p>
          <a:p>
            <a:r>
              <a:rPr lang="id-ID" dirty="0"/>
              <a:t>  &lt;/p&gt;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3B78CE3-EC25-43BF-BF1F-1868A3C9E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6200" y="1535574"/>
            <a:ext cx="5891213" cy="3312190"/>
          </a:xfrm>
        </p:spPr>
      </p:pic>
    </p:spTree>
    <p:extLst>
      <p:ext uri="{BB962C8B-B14F-4D97-AF65-F5344CB8AC3E}">
        <p14:creationId xmlns:p14="http://schemas.microsoft.com/office/powerpoint/2010/main" val="413640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856E4-C1DE-4A2E-B407-2043323B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0EA3A-9F59-49A8-96CF-DCD6DFCD7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58998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2696-ADA5-4C6B-A1AB-B4DC9F64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gambar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5CC33-6F04-410C-8EA3-D90FC0091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width (</a:t>
            </a:r>
            <a:r>
              <a:rPr lang="en-US" dirty="0" err="1"/>
              <a:t>panjang</a:t>
            </a:r>
            <a:r>
              <a:rPr lang="en-US" dirty="0"/>
              <a:t>) dan height (</a:t>
            </a:r>
            <a:r>
              <a:rPr lang="en-US" dirty="0" err="1"/>
              <a:t>tinggi</a:t>
            </a:r>
            <a:r>
              <a:rPr lang="en-US" dirty="0"/>
              <a:t>)</a:t>
            </a:r>
          </a:p>
          <a:p>
            <a:r>
              <a:rPr lang="en-US" dirty="0" err="1"/>
              <a:t>Contoh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</a:t>
            </a:r>
            <a:r>
              <a:rPr lang="en-US" dirty="0" err="1"/>
              <a:t>img</a:t>
            </a:r>
            <a:r>
              <a:rPr lang="en-US" dirty="0"/>
              <a:t>/sawah.jpg” width=“250px” height=“200px”&gt;</a:t>
            </a:r>
          </a:p>
          <a:p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html </a:t>
            </a:r>
            <a:r>
              <a:rPr lang="en-US" dirty="0" err="1"/>
              <a:t>bisanya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pixel (px)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persen</a:t>
            </a:r>
            <a:r>
              <a:rPr lang="en-US" dirty="0"/>
              <a:t> (%)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86541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6EC8-9FD7-43CD-BDA6-28B20F93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45719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7B9EB-1327-45EA-AB61-CEA9EF4DF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6705" y="1239077"/>
            <a:ext cx="4326443" cy="5181599"/>
          </a:xfrm>
        </p:spPr>
        <p:txBody>
          <a:bodyPr>
            <a:normAutofit/>
          </a:bodyPr>
          <a:lstStyle/>
          <a:p>
            <a:r>
              <a:rPr lang="id-ID" dirty="0"/>
              <a:t>&lt;body&gt;</a:t>
            </a:r>
          </a:p>
          <a:p>
            <a:r>
              <a:rPr lang="id-ID" dirty="0"/>
              <a:t>  &lt;h1&gt;Menampilkan Gambar di HTML&lt;/h1&gt;</a:t>
            </a:r>
          </a:p>
          <a:p>
            <a:r>
              <a:rPr lang="id-ID" dirty="0"/>
              <a:t>  &lt;p&gt;Berikut ini adalah gambar sawah:&lt;/p&gt;</a:t>
            </a:r>
          </a:p>
          <a:p>
            <a:r>
              <a:rPr lang="id-ID" dirty="0"/>
              <a:t>  &lt;p&gt;</a:t>
            </a:r>
          </a:p>
          <a:p>
            <a:r>
              <a:rPr lang="id-ID" dirty="0"/>
              <a:t>    &lt;img src="img/sawah.jpg" height="250px" width="200px"/&gt;</a:t>
            </a:r>
          </a:p>
          <a:p>
            <a:r>
              <a:rPr lang="id-ID" dirty="0"/>
              <a:t>    &lt;img src="img/sawah.jpg" height="200px" width="150px"/&gt;</a:t>
            </a:r>
          </a:p>
          <a:p>
            <a:r>
              <a:rPr lang="id-ID" dirty="0"/>
              <a:t>    &lt;img src="img/sawah.jpg" height="150px" width="100px"/&gt;</a:t>
            </a:r>
          </a:p>
          <a:p>
            <a:r>
              <a:rPr lang="id-ID" dirty="0"/>
              <a:t>  &lt;/p&gt;</a:t>
            </a:r>
          </a:p>
          <a:p>
            <a:r>
              <a:rPr lang="id-ID" dirty="0"/>
              <a:t>&lt;/body&gt;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608576-F2E7-4C1F-BFC3-F6CA9D74A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6774" y="1588583"/>
            <a:ext cx="5891213" cy="3312190"/>
          </a:xfrm>
        </p:spPr>
      </p:pic>
    </p:spTree>
    <p:extLst>
      <p:ext uri="{BB962C8B-B14F-4D97-AF65-F5344CB8AC3E}">
        <p14:creationId xmlns:p14="http://schemas.microsoft.com/office/powerpoint/2010/main" val="256199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D48D-B05E-4B3C-B95D-5C0679577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trick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E5A62-F717-457C-BAC8-C84D5F836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pada tag &lt;</a:t>
            </a:r>
            <a:r>
              <a:rPr lang="en-US" dirty="0" err="1"/>
              <a:t>img</a:t>
            </a:r>
            <a:r>
              <a:rPr lang="en-US" dirty="0"/>
              <a:t>&gt; dan juga </a:t>
            </a:r>
            <a:r>
              <a:rPr lang="en-US" dirty="0" err="1"/>
              <a:t>lewat</a:t>
            </a:r>
            <a:r>
              <a:rPr lang="en-US" dirty="0"/>
              <a:t> </a:t>
            </a:r>
            <a:r>
              <a:rPr lang="en-US" dirty="0" err="1"/>
              <a:t>css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class pada tag &lt;</a:t>
            </a:r>
            <a:r>
              <a:rPr lang="en-US" dirty="0" err="1"/>
              <a:t>img</a:t>
            </a:r>
            <a:r>
              <a:rPr lang="en-US" dirty="0"/>
              <a:t>&gt;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51923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6F62-3ED0-48DA-9C78-93B58698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 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AECC4A-50F4-424B-BA08-40E49ED75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7796" y="592138"/>
            <a:ext cx="4808021" cy="519906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995E2-28B3-451A-B3B0-FE8385D35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46485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63</TotalTime>
  <Words>270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HTML 8</vt:lpstr>
      <vt:lpstr>Bagaimana cara menampilkan gambar ?</vt:lpstr>
      <vt:lpstr>gambar</vt:lpstr>
      <vt:lpstr>Pemfolderan gambar</vt:lpstr>
      <vt:lpstr>contoh</vt:lpstr>
      <vt:lpstr>Bagaimana mengatur ukuran gambar?</vt:lpstr>
      <vt:lpstr>Mengatur ukuran gambar</vt:lpstr>
      <vt:lpstr>contoh</vt:lpstr>
      <vt:lpstr>Tips &amp; trick</vt:lpstr>
      <vt:lpstr>Latihan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8</dc:title>
  <dc:creator>Fauzan Hendro</dc:creator>
  <cp:lastModifiedBy>Fauzan Hendro</cp:lastModifiedBy>
  <cp:revision>4</cp:revision>
  <dcterms:created xsi:type="dcterms:W3CDTF">2024-07-18T07:17:16Z</dcterms:created>
  <dcterms:modified xsi:type="dcterms:W3CDTF">2024-07-24T09:53:43Z</dcterms:modified>
</cp:coreProperties>
</file>