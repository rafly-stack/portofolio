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169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9730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283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1638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092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93257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6113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5883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4794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15102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74862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539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60055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3828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90762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9491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068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3E13E-D049-48CE-AE83-EC5A2A500F62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CBF79-CAF5-4BBB-A9A9-7821339CFB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2836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E333-5A27-4777-B99B-659477769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Pemrograman</a:t>
            </a:r>
            <a:r>
              <a:rPr lang="en-US" dirty="0"/>
              <a:t> WEB 1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218A6-9DBD-4DDD-9901-5B64564231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Pembuatan</a:t>
            </a:r>
            <a:r>
              <a:rPr lang="en-US" dirty="0"/>
              <a:t> File HTML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29647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77E6-C961-49CB-BE85-89186F91D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Pembuatan</a:t>
            </a:r>
            <a:r>
              <a:rPr lang="en-US" dirty="0"/>
              <a:t> file html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FDEF0-BE25-4837-B208-E3C5FE3F5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8750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A3A1-7BE0-43AC-B190-074E0C53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</a:t>
            </a:r>
            <a:r>
              <a:rPr lang="en-US" dirty="0" err="1"/>
              <a:t>pembuatan</a:t>
            </a:r>
            <a:r>
              <a:rPr lang="en-US" dirty="0"/>
              <a:t> file html yang sangat </a:t>
            </a:r>
            <a:r>
              <a:rPr lang="en-US" dirty="0" err="1"/>
              <a:t>mudah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C4B6-AA77-40EA-9153-0DFB91886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Buka text editor, </a:t>
            </a:r>
            <a:r>
              <a:rPr lang="en-US" dirty="0" err="1"/>
              <a:t>disini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text editor visual studio code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6F7B2-DC01-4098-BE6A-076187CB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88" y="3243600"/>
            <a:ext cx="4802343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1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A6B7-8989-43EB-8C3A-349EAFA5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8383"/>
            <a:ext cx="10515600" cy="5368580"/>
          </a:xfrm>
        </p:spPr>
        <p:txBody>
          <a:bodyPr/>
          <a:lstStyle/>
          <a:p>
            <a:r>
              <a:rPr lang="en-US" dirty="0" err="1"/>
              <a:t>Klik</a:t>
            </a:r>
            <a:r>
              <a:rPr lang="en-US" dirty="0"/>
              <a:t> file,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 New Text File….. Jika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dirty="0" err="1"/>
              <a:t>Ctrl+N</a:t>
            </a: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BBA9C-8B3B-4C29-ACFC-50F6A1C0B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1328804"/>
            <a:ext cx="8003907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0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A6B7-8989-43EB-8C3A-349EAFA5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8383"/>
            <a:ext cx="10515600" cy="5368580"/>
          </a:xfrm>
        </p:spPr>
        <p:txBody>
          <a:bodyPr/>
          <a:lstStyle/>
          <a:p>
            <a:r>
              <a:rPr lang="en-US" dirty="0"/>
              <a:t>Lalu </a:t>
            </a:r>
            <a:r>
              <a:rPr lang="en-US" dirty="0" err="1"/>
              <a:t>ketikan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salin</a:t>
            </a:r>
            <a:r>
              <a:rPr lang="en-US" dirty="0"/>
              <a:t> program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E6690-D41C-4B12-8DC4-BF861B1BF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1313678"/>
            <a:ext cx="8003907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5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A6B7-8989-43EB-8C3A-349EAFA5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8383"/>
            <a:ext cx="10515600" cy="5368580"/>
          </a:xfrm>
        </p:spPr>
        <p:txBody>
          <a:bodyPr/>
          <a:lstStyle/>
          <a:p>
            <a:r>
              <a:rPr lang="en-US" dirty="0"/>
              <a:t>Setelah </a:t>
            </a:r>
            <a:r>
              <a:rPr lang="en-US" dirty="0" err="1"/>
              <a:t>selesai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program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save program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Hello-Wrold.html .... Jika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Ctrl+s</a:t>
            </a:r>
            <a:r>
              <a:rPr lang="en-US" dirty="0"/>
              <a:t>. </a:t>
            </a:r>
            <a:r>
              <a:rPr lang="en-US" dirty="0" err="1"/>
              <a:t>Ingat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ekstensi</a:t>
            </a:r>
            <a:r>
              <a:rPr lang="en-US" dirty="0"/>
              <a:t> .html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terbaca</a:t>
            </a:r>
            <a:r>
              <a:rPr lang="en-US" dirty="0"/>
              <a:t> oleh web browser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1E3BE-7C52-4F21-919D-DE29EEF86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40" y="2242989"/>
            <a:ext cx="640312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40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A6B7-8989-43EB-8C3A-349EAFA5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8383"/>
            <a:ext cx="10515600" cy="5368580"/>
          </a:xfrm>
        </p:spPr>
        <p:txBody>
          <a:bodyPr/>
          <a:lstStyle/>
          <a:p>
            <a:r>
              <a:rPr lang="en-US" dirty="0" err="1"/>
              <a:t>Selesai</a:t>
            </a:r>
            <a:r>
              <a:rPr lang="en-US" dirty="0"/>
              <a:t>, </a:t>
            </a:r>
            <a:r>
              <a:rPr lang="en-US" dirty="0" err="1"/>
              <a:t>selamat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file HTML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0E347-900F-4966-A2CF-809725A23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39" y="1352697"/>
            <a:ext cx="8003907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3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2DA0-C65C-4A71-BC96-6CE00840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Lalu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F5695-A468-43E8-9A0E-797093D99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44507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34CB-EFD9-4DF8-BF22-CEB623C7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membuka</a:t>
            </a:r>
            <a:r>
              <a:rPr lang="en-US" dirty="0"/>
              <a:t> Html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5C9CD-E9DF-454F-926E-0A13B2F91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Sangat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double </a:t>
            </a:r>
            <a:r>
              <a:rPr lang="en-US" dirty="0" err="1"/>
              <a:t>klik</a:t>
            </a:r>
            <a:r>
              <a:rPr lang="en-US" dirty="0"/>
              <a:t> file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C5B69-88B8-42C8-99A1-2E5B3A433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44" y="2819606"/>
            <a:ext cx="6082747" cy="34198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6933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2DA0-C65C-4A71-BC96-6CE00840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save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ekstensi</a:t>
            </a:r>
            <a:r>
              <a:rPr lang="en-US" dirty="0"/>
              <a:t> .html?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F5695-A468-43E8-9A0E-797093D99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6123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30F4-2E32-480C-9737-EBE8D818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: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A0F38-F737-47AD-AC82-3CCF00F13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dirty="0" err="1"/>
              <a:t>memliki</a:t>
            </a:r>
            <a:r>
              <a:rPr lang="en-US" dirty="0"/>
              <a:t> </a:t>
            </a:r>
            <a:r>
              <a:rPr lang="en-US" dirty="0" err="1"/>
              <a:t>ekstensi</a:t>
            </a:r>
            <a:r>
              <a:rPr lang="en-US" dirty="0"/>
              <a:t> </a:t>
            </a:r>
            <a:r>
              <a:rPr lang="en-US" dirty="0" err="1"/>
              <a:t>tersendiri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.html .htm .</a:t>
            </a:r>
            <a:r>
              <a:rPr lang="en-US" dirty="0" err="1"/>
              <a:t>xhtml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ekstensi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file html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terbaca</a:t>
            </a:r>
            <a:r>
              <a:rPr lang="en-US" dirty="0"/>
              <a:t> oleh browser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ekstensi</a:t>
            </a:r>
            <a:r>
              <a:rPr lang="en-US" dirty="0"/>
              <a:t> .txt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membukanya</a:t>
            </a:r>
            <a:r>
              <a:rPr lang="en-US" dirty="0"/>
              <a:t> di browser </a:t>
            </a:r>
            <a:r>
              <a:rPr lang="en-US" dirty="0" err="1"/>
              <a:t>maka</a:t>
            </a:r>
            <a:r>
              <a:rPr lang="en-US" dirty="0"/>
              <a:t> yang </a:t>
            </a:r>
            <a:r>
              <a:rPr lang="en-US" dirty="0" err="1"/>
              <a:t>tampil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codingan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saja</a:t>
            </a:r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lain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ekstensi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Bahasa </a:t>
            </a:r>
            <a:r>
              <a:rPr lang="en-US" dirty="0" err="1"/>
              <a:t>pemrograman</a:t>
            </a:r>
            <a:r>
              <a:rPr lang="en-US" dirty="0"/>
              <a:t> lain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tampil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Bahasa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14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3074-04F1-4079-BEDD-873FE9ED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Perbandingan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61D5C-04D8-4A6F-80D5-617B36F79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Menggunakan</a:t>
            </a:r>
            <a:r>
              <a:rPr lang="en-US" dirty="0"/>
              <a:t> .html</a:t>
            </a:r>
            <a:endParaRPr lang="id-ID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A4914E-8BA7-432C-8813-F7C96ADA1A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63605" y="3073400"/>
            <a:ext cx="4834003" cy="2717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59AF5-FF21-4D5F-BE44-57261CAB8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Menggunakan</a:t>
            </a:r>
            <a:r>
              <a:rPr lang="en-US" dirty="0"/>
              <a:t> .txt</a:t>
            </a:r>
            <a:endParaRPr lang="id-I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BE9C79-6C7A-4E4C-A6E9-FEF6FFCF245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92805" y="3073400"/>
            <a:ext cx="4834003" cy="2717800"/>
          </a:xfrm>
        </p:spPr>
      </p:pic>
    </p:spTree>
    <p:extLst>
      <p:ext uri="{BB962C8B-B14F-4D97-AF65-F5344CB8AC3E}">
        <p14:creationId xmlns:p14="http://schemas.microsoft.com/office/powerpoint/2010/main" val="2345109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357C8-9DE0-441E-A51A-982A3376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4043-FEDC-4CF1-9DD2-F4B1A9786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saat</a:t>
            </a:r>
            <a:r>
              <a:rPr lang="en-US" dirty="0"/>
              <a:t> save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kecil</a:t>
            </a:r>
            <a:endParaRPr lang="en-US" dirty="0"/>
          </a:p>
          <a:p>
            <a:r>
              <a:rPr lang="en-US" dirty="0" err="1"/>
              <a:t>Hindari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pada </a:t>
            </a:r>
            <a:r>
              <a:rPr lang="en-US" dirty="0" err="1"/>
              <a:t>saat</a:t>
            </a:r>
            <a:r>
              <a:rPr lang="en-US"/>
              <a:t> save</a:t>
            </a:r>
            <a:endParaRPr lang="en-US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91826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44</TotalTime>
  <Words>222</Words>
  <Application>Microsoft Office PowerPoint</Application>
  <PresentationFormat>Widescreen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Pemrograman WEB 1</vt:lpstr>
      <vt:lpstr>Pembuatan file html</vt:lpstr>
      <vt:lpstr>Tutorial pembuatan file html yang sangat mudah</vt:lpstr>
      <vt:lpstr>PowerPoint Presentation</vt:lpstr>
      <vt:lpstr>PowerPoint Presentation</vt:lpstr>
      <vt:lpstr>PowerPoint Presentation</vt:lpstr>
      <vt:lpstr>PowerPoint Presentation</vt:lpstr>
      <vt:lpstr>Lalu bagaimana cara membuka nya?</vt:lpstr>
      <vt:lpstr>Cara membuka Html</vt:lpstr>
      <vt:lpstr>Kenapa harus save dengan ekstensi .html?</vt:lpstr>
      <vt:lpstr>Answer :</vt:lpstr>
      <vt:lpstr>Perbandingan </vt:lpstr>
      <vt:lpstr>Tips &amp; Trick hari ini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1</dc:title>
  <dc:creator>Fauzan Hendro</dc:creator>
  <cp:lastModifiedBy>Fauzan Hendro</cp:lastModifiedBy>
  <cp:revision>5</cp:revision>
  <dcterms:created xsi:type="dcterms:W3CDTF">2024-07-17T12:55:12Z</dcterms:created>
  <dcterms:modified xsi:type="dcterms:W3CDTF">2024-07-17T13:45:08Z</dcterms:modified>
</cp:coreProperties>
</file>