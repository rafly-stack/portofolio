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98237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2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10370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11444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84030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72526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1542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0029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57406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7440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40624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7394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91000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07635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01011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54861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7204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B6A64-BEBE-4E1D-8AA8-F6BAB8B04127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1E632-BCAD-4B13-8C9D-437761E02F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5529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33D07-59F9-46DF-A7BB-C54D1F83B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11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A663D-887C-46E0-A5A0-690EABCAEA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video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269827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38D5-A7C8-404D-BDF1-81BAD8BB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Menambahkan</a:t>
            </a:r>
            <a:r>
              <a:rPr lang="en-US" dirty="0"/>
              <a:t> video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43A24-41BA-4B7F-AE0A-0D810229F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65270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2DC3-C570-4990-B5FD-DA20F760E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07C6F-25B2-497C-81CD-85B682297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HTML </a:t>
            </a:r>
            <a:r>
              <a:rPr lang="en-US" dirty="0" err="1"/>
              <a:t>mempunyai</a:t>
            </a:r>
            <a:r>
              <a:rPr lang="id-ID" dirty="0"/>
              <a:t> tag</a:t>
            </a:r>
            <a:r>
              <a:rPr lang="en-US" dirty="0"/>
              <a:t> </a:t>
            </a:r>
            <a:r>
              <a:rPr lang="id-ID" dirty="0"/>
              <a:t>untuk membuat media player, yakni tag &lt;video&gt;</a:t>
            </a:r>
            <a:r>
              <a:rPr lang="en-US" dirty="0"/>
              <a:t> yang </a:t>
            </a:r>
            <a:r>
              <a:rPr lang="en-US" dirty="0" err="1"/>
              <a:t>khusus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video</a:t>
            </a:r>
            <a:r>
              <a:rPr lang="id-ID" dirty="0"/>
              <a:t>.</a:t>
            </a:r>
            <a:r>
              <a:rPr lang="en-US" dirty="0"/>
              <a:t> Dimana kia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memasukan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video di website html </a:t>
            </a:r>
            <a:r>
              <a:rPr lang="en-US" dirty="0" err="1"/>
              <a:t>kita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026" name="Picture 2" descr="Format dasar tag Video">
            <a:extLst>
              <a:ext uri="{FF2B5EF4-FFF2-40B4-BE49-F238E27FC236}">
                <a16:creationId xmlns:a16="http://schemas.microsoft.com/office/drawing/2014/main" id="{587878A4-AC68-4E2A-8C62-4ACC01F47E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5" t="11157" r="5870" b="15894"/>
          <a:stretch/>
        </p:blipFill>
        <p:spPr bwMode="auto">
          <a:xfrm>
            <a:off x="1444486" y="3621088"/>
            <a:ext cx="5406887" cy="250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74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60C5-901F-42E7-BE6D-9910F413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457199"/>
          </a:xfrm>
        </p:spPr>
        <p:txBody>
          <a:bodyPr>
            <a:normAutofit fontScale="90000"/>
          </a:bodyPr>
          <a:lstStyle/>
          <a:p>
            <a:endParaRPr lang="id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EE0E47-5E58-4A0C-A335-01D22A377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0556" y="1343819"/>
            <a:ext cx="4762500" cy="36957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BA6AE-3028-4D77-BD52-2C2F75119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179443"/>
            <a:ext cx="3856037" cy="4611757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&lt;h1&gt;Contoh Video di HTML&lt;/h1&gt;</a:t>
            </a:r>
          </a:p>
          <a:p>
            <a:r>
              <a:rPr lang="id-ID" dirty="0"/>
              <a:t>  &lt;video controls&gt;</a:t>
            </a:r>
          </a:p>
          <a:p>
            <a:r>
              <a:rPr lang="id-ID" dirty="0"/>
              <a:t>    &lt;source src="cat-herd.webm" type="video/webm" /&gt;</a:t>
            </a:r>
          </a:p>
          <a:p>
            <a:r>
              <a:rPr lang="id-ID" dirty="0"/>
              <a:t>    Browsermu tidak mendukung tag ini, upgrade donk!</a:t>
            </a:r>
          </a:p>
          <a:p>
            <a:r>
              <a:rPr lang="id-ID" dirty="0"/>
              <a:t>  &lt;/video&gt;</a:t>
            </a:r>
          </a:p>
          <a:p>
            <a:r>
              <a:rPr lang="id-ID" dirty="0"/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2037332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BD27-4608-431B-BE17-7E05EAA42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Menggunakan</a:t>
            </a:r>
            <a:r>
              <a:rPr lang="en-US" dirty="0"/>
              <a:t> video </a:t>
            </a:r>
            <a:r>
              <a:rPr lang="en-US" dirty="0" err="1"/>
              <a:t>dari</a:t>
            </a:r>
            <a:r>
              <a:rPr lang="en-US" dirty="0"/>
              <a:t> website lain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0348D-0634-48B2-B68D-4402759E2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 </a:t>
            </a:r>
            <a:r>
              <a:rPr lang="en-US" dirty="0"/>
              <a:t>J</a:t>
            </a:r>
            <a:r>
              <a:rPr lang="id-ID" dirty="0"/>
              <a:t>ika videonya berada di website yang berbeda, maka kita harus mengisi atribut src dengan URL lengkap dari video.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id-ID" dirty="0"/>
              <a:t>&lt;video&gt;</a:t>
            </a:r>
          </a:p>
          <a:p>
            <a:pPr marL="0" indent="0">
              <a:buNone/>
            </a:pPr>
            <a:r>
              <a:rPr lang="id-ID" dirty="0"/>
              <a:t>&lt;source src="https://www.petanikode.com/img/html-video/cat-herd.webm"&gt;</a:t>
            </a:r>
          </a:p>
          <a:p>
            <a:pPr marL="0" indent="0">
              <a:buNone/>
            </a:pPr>
            <a:r>
              <a:rPr lang="id-ID" dirty="0"/>
              <a:t>&lt;/video&gt;</a:t>
            </a:r>
          </a:p>
        </p:txBody>
      </p:sp>
    </p:spTree>
    <p:extLst>
      <p:ext uri="{BB962C8B-B14F-4D97-AF65-F5344CB8AC3E}">
        <p14:creationId xmlns:p14="http://schemas.microsoft.com/office/powerpoint/2010/main" val="1753386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A33E3-1473-42A7-8C28-F921C96A9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Atribut</a:t>
            </a:r>
            <a:r>
              <a:rPr lang="en-US" dirty="0"/>
              <a:t> yang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digunakan</a:t>
            </a:r>
            <a:endParaRPr lang="id-ID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1BA3F4D-C6B7-47AB-B226-10AB37BB85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6477116"/>
              </p:ext>
            </p:extLst>
          </p:nvPr>
        </p:nvGraphicFramePr>
        <p:xfrm>
          <a:off x="1141413" y="2249488"/>
          <a:ext cx="990600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2095293269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39713808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58477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Nama </a:t>
                      </a:r>
                      <a:r>
                        <a:rPr lang="en-US" dirty="0" err="1"/>
                        <a:t>Atribut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Nilai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Fungsi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38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Controls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/ no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Mengaktifkan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atau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menonaktifkan</a:t>
                      </a:r>
                      <a:r>
                        <a:rPr lang="en-US" dirty="0"/>
                        <a:t> video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261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Autoplay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/ no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memulai</a:t>
                      </a:r>
                      <a:r>
                        <a:rPr lang="en-US" dirty="0"/>
                        <a:t> video </a:t>
                      </a:r>
                      <a:r>
                        <a:rPr lang="en-US" dirty="0" err="1"/>
                        <a:t>secara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otomatis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46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Loop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/ no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mengulang</a:t>
                      </a:r>
                      <a:r>
                        <a:rPr lang="en-US" dirty="0"/>
                        <a:t> video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313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Muted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/ no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menonaktifkan</a:t>
                      </a:r>
                      <a:r>
                        <a:rPr lang="en-US" dirty="0"/>
                        <a:t> audio pada video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343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Width &amp; height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Angka 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mengatur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ukuran</a:t>
                      </a:r>
                      <a:r>
                        <a:rPr lang="en-US" dirty="0"/>
                        <a:t> video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288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77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34A0D-B871-4882-A0F1-1283DFA91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Menambahkan</a:t>
            </a:r>
            <a:r>
              <a:rPr lang="en-US" dirty="0"/>
              <a:t> video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youtube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95548-1BA9-41D2-A187-CCE8A0391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1370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4124E-4090-4D4D-A1BF-D24F3C776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youtube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2A76C-C30F-4A56-90D7-C9D0BD6D2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Youtube sendiri sudah punya media player, jadi kita tidak perlu membuatnya dengan tag &lt;video&gt;.</a:t>
            </a:r>
          </a:p>
          <a:p>
            <a:r>
              <a:rPr lang="id-ID" dirty="0"/>
              <a:t>Tag yang kita butuhkan untuk menambahkan video dari Youtube adalah &lt;iframe&gt;. Tag ini sebenarnya berfungsi untuk menambahkan halaman lain dalam sebuah frame.</a:t>
            </a:r>
          </a:p>
        </p:txBody>
      </p:sp>
    </p:spTree>
    <p:extLst>
      <p:ext uri="{BB962C8B-B14F-4D97-AF65-F5344CB8AC3E}">
        <p14:creationId xmlns:p14="http://schemas.microsoft.com/office/powerpoint/2010/main" val="1277215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60C5-901F-42E7-BE6D-9910F413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457199"/>
          </a:xfrm>
        </p:spPr>
        <p:txBody>
          <a:bodyPr>
            <a:normAutofit fontScale="90000"/>
          </a:bodyPr>
          <a:lstStyle/>
          <a:p>
            <a:endParaRPr lang="id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BA6AE-3028-4D77-BD52-2C2F75119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179443"/>
            <a:ext cx="3856037" cy="4611757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&lt;h1&gt;Video dari Youtube&lt;/h1&gt;</a:t>
            </a:r>
          </a:p>
          <a:p>
            <a:r>
              <a:rPr lang="id-ID" dirty="0"/>
              <a:t>  &lt;iframe width="560" height="315" src="https://www.youtube.com/embed/Ki_0iES2cGI?si=U8wqJ2EmnIbA6uyI"&gt;&lt;/iframe&gt;</a:t>
            </a:r>
          </a:p>
          <a:p>
            <a:r>
              <a:rPr lang="id-ID" dirty="0"/>
              <a:t>&lt;/body&gt;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2E30FCA-B4D2-4051-B479-C09E75E56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4319" y="648494"/>
            <a:ext cx="5514975" cy="5086350"/>
          </a:xfrm>
        </p:spPr>
      </p:pic>
    </p:spTree>
    <p:extLst>
      <p:ext uri="{BB962C8B-B14F-4D97-AF65-F5344CB8AC3E}">
        <p14:creationId xmlns:p14="http://schemas.microsoft.com/office/powerpoint/2010/main" val="452977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63EA1-297A-4EDC-B5B7-CAAA5574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link </a:t>
            </a:r>
            <a:r>
              <a:rPr lang="en-US" dirty="0" err="1"/>
              <a:t>youtubenya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B9741-8106-40D1-AB71-808E1B0C5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08229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7F54B-C6E5-4B09-9D99-1E86A176A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622852"/>
            <a:ext cx="9905999" cy="5168349"/>
          </a:xfrm>
        </p:spPr>
        <p:txBody>
          <a:bodyPr>
            <a:normAutofit/>
          </a:bodyPr>
          <a:lstStyle/>
          <a:p>
            <a:r>
              <a:rPr lang="en-US" dirty="0"/>
              <a:t>Cari video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youtube</a:t>
            </a:r>
            <a:endParaRPr lang="en-US" dirty="0"/>
          </a:p>
          <a:p>
            <a:r>
              <a:rPr lang="en-US" dirty="0"/>
              <a:t>Setelah </a:t>
            </a:r>
            <a:r>
              <a:rPr lang="en-US" dirty="0" err="1"/>
              <a:t>ketumu</a:t>
            </a:r>
            <a:r>
              <a:rPr lang="en-US" dirty="0"/>
              <a:t>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tombol</a:t>
            </a:r>
            <a:r>
              <a:rPr lang="en-US" dirty="0"/>
              <a:t> share dan </a:t>
            </a:r>
            <a:r>
              <a:rPr lang="en-US" dirty="0" err="1"/>
              <a:t>cari</a:t>
            </a:r>
            <a:r>
              <a:rPr lang="en-US" dirty="0"/>
              <a:t> menu embed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sv-SE" dirty="0"/>
              <a:t>Dan kita akan mendapatkan kode HTML untuk embed videonya.</a:t>
            </a:r>
          </a:p>
          <a:p>
            <a:r>
              <a:rPr lang="sv-SE" dirty="0"/>
              <a:t>Copy code yang didapatkan lalu copas ke html yang akan digunakan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6216F-14A7-46AB-8860-621166E9A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142" y="1769165"/>
            <a:ext cx="3413370" cy="165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47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EE48F-99CB-4D73-B4EF-C2FDCA405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&amp; trick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DC34D-AA9C-452D-B038-20CA421BB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1286106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114</TotalTime>
  <Words>332</Words>
  <Application>Microsoft Office PowerPoint</Application>
  <PresentationFormat>Widescreen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</vt:lpstr>
      <vt:lpstr>Html 11</vt:lpstr>
      <vt:lpstr>Menambahkan video</vt:lpstr>
      <vt:lpstr>PowerPoint Presentation</vt:lpstr>
      <vt:lpstr>PowerPoint Presentation</vt:lpstr>
      <vt:lpstr>Menggunakan video dari website lain</vt:lpstr>
      <vt:lpstr>Atribut yang sering digunakan</vt:lpstr>
      <vt:lpstr>Menambahkan video dari youtube</vt:lpstr>
      <vt:lpstr>youtube</vt:lpstr>
      <vt:lpstr>PowerPoint Presentation</vt:lpstr>
      <vt:lpstr>Bagaimana cara mendapatkan link youtubenya</vt:lpstr>
      <vt:lpstr>PowerPoint Presentation</vt:lpstr>
      <vt:lpstr>Tips &amp; trick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11</dc:title>
  <dc:creator>Fauzan Hendro</dc:creator>
  <cp:lastModifiedBy>Fauzan Hendro</cp:lastModifiedBy>
  <cp:revision>4</cp:revision>
  <dcterms:created xsi:type="dcterms:W3CDTF">2024-07-18T13:15:32Z</dcterms:created>
  <dcterms:modified xsi:type="dcterms:W3CDTF">2024-07-22T10:41:08Z</dcterms:modified>
</cp:coreProperties>
</file>