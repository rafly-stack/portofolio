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894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019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923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4251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817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595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584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7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9635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364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897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472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3170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862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6804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96879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096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0F94F-A461-4126-B3DD-12B1B5D0E8D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92087-56F4-4642-BC73-9996E2DA77E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46821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8928-3F12-4C00-A67C-DB21B54C5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HTMl</a:t>
            </a:r>
            <a:r>
              <a:rPr lang="en-US" dirty="0"/>
              <a:t> 7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236C8-E022-4038-BE67-8E73CBEC1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LINK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6488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3332-F0C0-4892-8D1A-FA541AC0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link?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ED0B9-7AB6-489F-ABD1-F9DE6F29D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3518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449F-ECAB-4C17-A410-53A2472D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7D1A-F1DD-4942-9367-C6B84E0F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Link atau Hyperlink adalah elemen HTML yang berfungsi menghubungkan suatu halaman web ke halaman web yang lain.</a:t>
            </a:r>
          </a:p>
          <a:p>
            <a:r>
              <a:rPr lang="id-ID" dirty="0"/>
              <a:t>Elemen ini bisa diklik.. dan nanti akan membuka halaman lain sesuai alamat URL yang diberikan.</a:t>
            </a:r>
          </a:p>
        </p:txBody>
      </p:sp>
    </p:spTree>
    <p:extLst>
      <p:ext uri="{BB962C8B-B14F-4D97-AF65-F5344CB8AC3E}">
        <p14:creationId xmlns:p14="http://schemas.microsoft.com/office/powerpoint/2010/main" val="105125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9255-8492-486A-8A96-A28917FA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membuat</a:t>
            </a:r>
            <a:r>
              <a:rPr lang="en-US" dirty="0"/>
              <a:t> LINK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47B2-8CA5-451C-9316-34EAB7C42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Link pada HTML dapa dibuat dengan tag &lt;a&gt;, kemudian tag ini harus memiliki atribut href untuk menentukan alamat URL tujuan dari link.</a:t>
            </a:r>
            <a:endParaRPr lang="en-US" dirty="0"/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B0C7A-3025-451C-8E76-CFE06F8C9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583" b="19679"/>
          <a:stretch/>
        </p:blipFill>
        <p:spPr>
          <a:xfrm>
            <a:off x="1425023" y="3269974"/>
            <a:ext cx="6877050" cy="228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9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3858-7F50-4B48-B098-86A49F4E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665EB9-B2F1-45E5-9597-3289A4ABF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031" y="2048669"/>
            <a:ext cx="478155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3B78E-DCB8-4B23-B476-3E0D01BD2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    &lt;p&gt;Untuk lebih lengkapnya, silakan buka: &lt;a href="about.html"&gt;About us&lt;/a&gt;</a:t>
            </a:r>
          </a:p>
          <a:p>
            <a:r>
              <a:rPr lang="id-ID" dirty="0"/>
              <a:t>        &lt;/p&gt;</a:t>
            </a:r>
            <a:endParaRPr lang="en-US" dirty="0"/>
          </a:p>
          <a:p>
            <a:r>
              <a:rPr lang="id-ID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402475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2BA55-5026-490F-BCE5-CCF47B23F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Yang </a:t>
            </a:r>
            <a:r>
              <a:rPr lang="en-US" dirty="0" err="1"/>
              <a:t>terjadi</a:t>
            </a:r>
            <a:r>
              <a:rPr lang="en-US" dirty="0"/>
              <a:t> Ketika di </a:t>
            </a:r>
            <a:r>
              <a:rPr lang="en-US" dirty="0" err="1"/>
              <a:t>klik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58E43-8C08-4FFD-BFAD-5FDCEFA39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909637"/>
            <a:ext cx="47625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2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63F2-ECD6-4FBA-879D-E58733B8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9C180-2582-41C7-8C3A-3DCFB2E37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error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link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about.html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file html di folder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about.html, </a:t>
            </a:r>
            <a:r>
              <a:rPr lang="en-US" dirty="0" err="1"/>
              <a:t>terserah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save.</a:t>
            </a:r>
          </a:p>
          <a:p>
            <a:r>
              <a:rPr lang="en-US" dirty="0"/>
              <a:t>Lalu Kembali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tutorial link,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kembali</a:t>
            </a:r>
            <a:endParaRPr lang="en-US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2918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D37F-AAE5-4807-8E09-3C2B2EB9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C1CBC-2EB7-489B-A0EC-01C436C9E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tutorial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3B3FA-28D4-4411-A771-E8049AF71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about</a:t>
            </a:r>
            <a:endParaRPr lang="id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D2C997-0381-418E-9072-A829AFDE04E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9031" y="3074987"/>
            <a:ext cx="4781550" cy="2714625"/>
          </a:xfr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BE5CC90C-46C0-4741-AFCC-84187E1742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89831" y="3289300"/>
            <a:ext cx="4781550" cy="2286000"/>
          </a:xfrm>
        </p:spPr>
      </p:pic>
    </p:spTree>
    <p:extLst>
      <p:ext uri="{BB962C8B-B14F-4D97-AF65-F5344CB8AC3E}">
        <p14:creationId xmlns:p14="http://schemas.microsoft.com/office/powerpoint/2010/main" val="374450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07EB-AA61-4373-8356-CCE52FEF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link di page </a:t>
            </a:r>
            <a:r>
              <a:rPr lang="en-US" dirty="0" err="1"/>
              <a:t>baru</a:t>
            </a:r>
            <a:r>
              <a:rPr lang="en-US" dirty="0"/>
              <a:t>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0D9CC-F3F8-49B0-8430-97082A64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314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7E2A-4D0D-4555-BE55-A0F28966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targetting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24346-BB74-4556-A403-CDBC5806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Targetting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agar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yang di </a:t>
            </a:r>
            <a:r>
              <a:rPr lang="en-US" dirty="0" err="1"/>
              <a:t>tuju</a:t>
            </a:r>
            <a:r>
              <a:rPr lang="en-US" dirty="0"/>
              <a:t> </a:t>
            </a:r>
            <a:r>
              <a:rPr lang="en-US" dirty="0" err="1"/>
              <a:t>dibuka</a:t>
            </a:r>
            <a:r>
              <a:rPr lang="en-US" dirty="0"/>
              <a:t> di page </a:t>
            </a:r>
            <a:r>
              <a:rPr lang="en-US" dirty="0" err="1"/>
              <a:t>baru</a:t>
            </a:r>
            <a:endParaRPr lang="en-US" dirty="0"/>
          </a:p>
          <a:p>
            <a:r>
              <a:rPr lang="en-US" dirty="0" err="1"/>
              <a:t>Targetting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kedalam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link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target=“_blank”</a:t>
            </a:r>
          </a:p>
          <a:p>
            <a:r>
              <a:rPr lang="en-US" dirty="0" err="1"/>
              <a:t>Dengan</a:t>
            </a:r>
            <a:r>
              <a:rPr lang="en-US" dirty="0"/>
              <a:t> kata lain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mengeklik</a:t>
            </a:r>
            <a:r>
              <a:rPr lang="en-US" dirty="0"/>
              <a:t> link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link yang </a:t>
            </a:r>
            <a:r>
              <a:rPr lang="en-US" dirty="0" err="1"/>
              <a:t>dituju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terbuka</a:t>
            </a:r>
            <a:r>
              <a:rPr lang="en-US" dirty="0"/>
              <a:t> di tab </a:t>
            </a:r>
            <a:r>
              <a:rPr lang="en-US" dirty="0" err="1"/>
              <a:t>baru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0721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3858-7F50-4B48-B098-86A49F4E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3B78E-DCB8-4B23-B476-3E0D01BD2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    &lt;p&gt;Untuk lebih lengkapnya, silakan buka:</a:t>
            </a:r>
            <a:r>
              <a:rPr lang="en-US" dirty="0"/>
              <a:t> </a:t>
            </a:r>
            <a:r>
              <a:rPr lang="id-ID" dirty="0"/>
              <a:t> &lt;a href="about.html“</a:t>
            </a:r>
            <a:r>
              <a:rPr lang="en-US" dirty="0"/>
              <a:t> </a:t>
            </a:r>
            <a:r>
              <a:rPr lang="id-ID" dirty="0"/>
              <a:t>target="_blank“</a:t>
            </a:r>
            <a:r>
              <a:rPr lang="en-US" dirty="0"/>
              <a:t> </a:t>
            </a:r>
            <a:r>
              <a:rPr lang="id-ID" dirty="0"/>
              <a:t>&gt;About us&lt;/a&gt;</a:t>
            </a:r>
          </a:p>
          <a:p>
            <a:r>
              <a:rPr lang="id-ID" dirty="0"/>
              <a:t>        &lt;/p&gt;</a:t>
            </a:r>
          </a:p>
          <a:p>
            <a:r>
              <a:rPr lang="id-ID" dirty="0"/>
              <a:t>    &lt;/body&gt;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F2CFE-8D1D-48E1-B5A4-CC8FA69AF9DA}"/>
              </a:ext>
            </a:extLst>
          </p:cNvPr>
          <p:cNvSpPr txBox="1"/>
          <p:nvPr/>
        </p:nvSpPr>
        <p:spPr>
          <a:xfrm>
            <a:off x="5701506" y="4863548"/>
            <a:ext cx="373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Ketika link about us di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terbuka</a:t>
            </a:r>
            <a:r>
              <a:rPr lang="en-US" dirty="0"/>
              <a:t> di tab </a:t>
            </a:r>
            <a:r>
              <a:rPr lang="en-US" dirty="0" err="1"/>
              <a:t>baru</a:t>
            </a:r>
            <a:r>
              <a:rPr lang="en-US" dirty="0"/>
              <a:t> </a:t>
            </a:r>
            <a:endParaRPr lang="id-ID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1E5A0C6-E18C-4156-B227-DA0D17FA2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1506" y="1853406"/>
            <a:ext cx="4800600" cy="2676525"/>
          </a:xfrm>
        </p:spPr>
      </p:pic>
    </p:spTree>
    <p:extLst>
      <p:ext uri="{BB962C8B-B14F-4D97-AF65-F5344CB8AC3E}">
        <p14:creationId xmlns:p14="http://schemas.microsoft.com/office/powerpoint/2010/main" val="218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5195-E66A-4A39-9B08-6D84BD4C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and </a:t>
            </a:r>
            <a:r>
              <a:rPr lang="en-US" dirty="0" err="1"/>
              <a:t>trik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3B9A-5449-4355-A984-723FCA8E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Sering</a:t>
            </a:r>
            <a:r>
              <a:rPr lang="en-US" dirty="0"/>
              <a:t> –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lah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targeting agar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dan </a:t>
            </a:r>
            <a:r>
              <a:rPr lang="en-US" dirty="0" err="1"/>
              <a:t>penyelesaian</a:t>
            </a:r>
            <a:endParaRPr lang="en-US" dirty="0"/>
          </a:p>
          <a:p>
            <a:r>
              <a:rPr lang="en-US" dirty="0" err="1"/>
              <a:t>Usahakan</a:t>
            </a:r>
            <a:r>
              <a:rPr lang="en-US" dirty="0"/>
              <a:t> target link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folder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…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html </a:t>
            </a:r>
            <a:r>
              <a:rPr lang="en-US" dirty="0" err="1"/>
              <a:t>murni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framework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/>
              <a:t>lagi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382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97CF-F6E1-4794-87EF-D1F6CEEB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D052-CC9C-4F92-8652-485C64B1B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Sambungkan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kemarin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/>
              <a:t> link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27822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57</TotalTime>
  <Words>335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HTMl 7</vt:lpstr>
      <vt:lpstr>Apa itu link?</vt:lpstr>
      <vt:lpstr>LINK</vt:lpstr>
      <vt:lpstr>Cara membuat LINK</vt:lpstr>
      <vt:lpstr>Contoh:</vt:lpstr>
      <vt:lpstr>PowerPoint Presentation</vt:lpstr>
      <vt:lpstr>Penjelasan</vt:lpstr>
      <vt:lpstr>PowerPoint Presentation</vt:lpstr>
      <vt:lpstr>Bagaimana cara membuka link di page baru?</vt:lpstr>
      <vt:lpstr>targetting</vt:lpstr>
      <vt:lpstr>Contoh:</vt:lpstr>
      <vt:lpstr>Tips and trik</vt:lpstr>
      <vt:lpstr>Latihan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7</dc:title>
  <dc:creator>Fauzan Hendro</dc:creator>
  <cp:lastModifiedBy>Fauzan Hendro</cp:lastModifiedBy>
  <cp:revision>9</cp:revision>
  <dcterms:created xsi:type="dcterms:W3CDTF">2024-07-18T02:38:20Z</dcterms:created>
  <dcterms:modified xsi:type="dcterms:W3CDTF">2024-07-24T09:14:53Z</dcterms:modified>
</cp:coreProperties>
</file>