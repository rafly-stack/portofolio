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5602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331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4301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4004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210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1476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448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903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735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993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9428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2074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0856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4291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0774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1953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316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85DD0-883C-4AC3-BB70-131EECD2B70D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3D48-CD42-4C06-9810-72062B56023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4443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4DF5-DD21-473B-BDC4-425A00D6A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10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D34ED-BDA3-4CC2-957A-ADCE9CEBA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2049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82C40-F2F6-4A80-9F2B-A96AED80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A51B-C326-4ED9-97B8-65C5EAE7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589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5B53-D183-4AE2-936F-01DC721A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A01CE-6444-4D96-B06B-822DF1AB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Salah satu cara atau format menampilkan informasi dalam web adalah dengan tabel.</a:t>
            </a:r>
            <a:endParaRPr lang="en-US" dirty="0"/>
          </a:p>
          <a:p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unsur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baris, </a:t>
            </a:r>
            <a:r>
              <a:rPr lang="en-US" dirty="0" err="1"/>
              <a:t>kolom</a:t>
            </a:r>
            <a:r>
              <a:rPr lang="en-US" dirty="0"/>
              <a:t>, </a:t>
            </a:r>
            <a:r>
              <a:rPr lang="en-US" dirty="0" err="1"/>
              <a:t>sel</a:t>
            </a:r>
            <a:r>
              <a:rPr lang="en-US" dirty="0"/>
              <a:t>, dan garis.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1026" name="Picture 2" descr="Unsur Tabel">
            <a:extLst>
              <a:ext uri="{FF2B5EF4-FFF2-40B4-BE49-F238E27FC236}">
                <a16:creationId xmlns:a16="http://schemas.microsoft.com/office/drawing/2014/main" id="{6D30E1C3-A3CC-4495-8182-22A522DE6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7751" r="9494" b="5671"/>
          <a:stretch/>
        </p:blipFill>
        <p:spPr bwMode="auto">
          <a:xfrm>
            <a:off x="1431234" y="3756993"/>
            <a:ext cx="3193775" cy="192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12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3EE1-00CD-49E6-9664-9F505EBD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– tag yang </a:t>
            </a:r>
            <a:r>
              <a:rPr lang="en-US" dirty="0" err="1"/>
              <a:t>digunakan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65D3-821E-4629-B729-AE5D9E8D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/>
              <a:t>Tag &lt;table&gt; untuk membungkus tabelnya</a:t>
            </a:r>
          </a:p>
          <a:p>
            <a:r>
              <a:rPr lang="id-ID" dirty="0"/>
              <a:t>Tag &lt;thead&gt; untuk membungkus bagian kepala tabel</a:t>
            </a:r>
          </a:p>
          <a:p>
            <a:r>
              <a:rPr lang="id-ID" dirty="0"/>
              <a:t>Tag &lt;tbody&gt; untuk membungkus bagian body dari tabel</a:t>
            </a:r>
          </a:p>
          <a:p>
            <a:r>
              <a:rPr lang="id-ID" dirty="0"/>
              <a:t>Tag &lt;tr&gt; (tabel row) untuk membuat baris</a:t>
            </a:r>
          </a:p>
          <a:p>
            <a:r>
              <a:rPr lang="id-ID" dirty="0"/>
              <a:t>Tag &lt;td&gt; (table data) untuk membuat sel</a:t>
            </a:r>
          </a:p>
          <a:p>
            <a:r>
              <a:rPr lang="id-ID" dirty="0"/>
              <a:t>Tag &lt;th&gt; (table head) untuk membuat judul pada header</a:t>
            </a:r>
            <a:endParaRPr lang="en-US" dirty="0"/>
          </a:p>
          <a:p>
            <a:pPr marL="0" indent="0">
              <a:buNone/>
            </a:pPr>
            <a:r>
              <a:rPr lang="id-ID" dirty="0"/>
              <a:t>Tag yang paling penting untuk diingat adalah tag &lt;table&gt;, &lt;tr&gt;, dan &lt;td&gt;. Sementara tag yang lain adalah tambahan (opsional), boleh digunakan boleh tidak.</a:t>
            </a:r>
          </a:p>
        </p:txBody>
      </p:sp>
    </p:spTree>
    <p:extLst>
      <p:ext uri="{BB962C8B-B14F-4D97-AF65-F5344CB8AC3E}">
        <p14:creationId xmlns:p14="http://schemas.microsoft.com/office/powerpoint/2010/main" val="192577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D4EB-EAD2-4995-A416-9F171C723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91" y="307744"/>
            <a:ext cx="3856037" cy="4571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09CE79-DCB1-4746-8B71-9144F1FCF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7988" y="2142671"/>
            <a:ext cx="4289425" cy="209799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A4887-5276-41B0-9215-740CF3081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861391"/>
            <a:ext cx="4843278" cy="565867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&lt;table border="1"&gt;</a:t>
            </a:r>
          </a:p>
          <a:p>
            <a:r>
              <a:rPr lang="id-ID" dirty="0"/>
              <a:t>        &lt;tr&gt;</a:t>
            </a:r>
          </a:p>
          <a:p>
            <a:r>
              <a:rPr lang="id-ID" dirty="0"/>
              <a:t>            &lt;td&gt;baris 1 kolom 1&lt;/td&gt;</a:t>
            </a:r>
          </a:p>
          <a:p>
            <a:r>
              <a:rPr lang="id-ID" dirty="0"/>
              <a:t>            &lt;td&gt;baris 1 kolom 2&lt;/td&gt;</a:t>
            </a:r>
          </a:p>
          <a:p>
            <a:r>
              <a:rPr lang="id-ID" dirty="0"/>
              <a:t>        &lt;/tr&gt;</a:t>
            </a:r>
          </a:p>
          <a:p>
            <a:r>
              <a:rPr lang="id-ID" dirty="0"/>
              <a:t>        &lt;tr&gt;</a:t>
            </a:r>
          </a:p>
          <a:p>
            <a:r>
              <a:rPr lang="id-ID" dirty="0"/>
              <a:t>            &lt;td&gt;baris 2 kolom 1&lt;/td&gt;</a:t>
            </a:r>
          </a:p>
          <a:p>
            <a:r>
              <a:rPr lang="id-ID" dirty="0"/>
              <a:t>            &lt;td&gt;baris 2 kolom 2&lt;/td&gt;</a:t>
            </a:r>
          </a:p>
          <a:p>
            <a:r>
              <a:rPr lang="id-ID" dirty="0"/>
              <a:t>        &lt;/tr&gt;</a:t>
            </a:r>
          </a:p>
          <a:p>
            <a:r>
              <a:rPr lang="id-ID" dirty="0"/>
              <a:t>    &lt;/table&gt;</a:t>
            </a:r>
          </a:p>
          <a:p>
            <a:r>
              <a:rPr lang="id-ID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173470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DD91-5156-453B-A2F8-B4F3DBC8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cellpadding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5E3C1-A3DC-463E-B674-AF69D7C02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673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59FF-DECA-4690-8D8A-C12C77FF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B5A4C-F072-434C-AE03-BE7B35A76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Atribut cellpadding adalah atribut untuk mengatur jarak teks dengan garis di dalam sel.</a:t>
            </a:r>
          </a:p>
          <a:p>
            <a:r>
              <a:rPr lang="id-ID" dirty="0"/>
              <a:t>Atribut ini dapat kita berikan kepada tag &lt;table&gt;.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&lt;table cellpadding=“10”&gt;</a:t>
            </a:r>
          </a:p>
          <a:p>
            <a:pPr marL="0" indent="0">
              <a:buNone/>
            </a:pPr>
            <a:r>
              <a:rPr lang="id-ID" dirty="0"/>
              <a:t>Nilai "10" pada atribut cellpadding adalah ukuran jarak antara teks sel dengan garis.</a:t>
            </a:r>
          </a:p>
        </p:txBody>
      </p:sp>
    </p:spTree>
    <p:extLst>
      <p:ext uri="{BB962C8B-B14F-4D97-AF65-F5344CB8AC3E}">
        <p14:creationId xmlns:p14="http://schemas.microsoft.com/office/powerpoint/2010/main" val="130551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27A4-0348-494D-98A2-D8587659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EED78-EEDF-42F0-860C-573AB8C07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641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A4A6-93D2-4F89-9679-052EB457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72FB-701E-43B9-A932-AC4870284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d-ID" dirty="0"/>
              <a:t>Atribut yang digunakan untuk menggabungkan sel tabel adalah rowspan dan colspan</a:t>
            </a:r>
          </a:p>
          <a:p>
            <a:r>
              <a:rPr lang="id-ID" dirty="0"/>
              <a:t>rowspan untuk menggabungkan baris</a:t>
            </a:r>
            <a:r>
              <a:rPr lang="en-US" dirty="0"/>
              <a:t> </a:t>
            </a:r>
            <a:r>
              <a:rPr lang="en-US" dirty="0" err="1"/>
              <a:t>sedangan</a:t>
            </a:r>
            <a:r>
              <a:rPr lang="en-US" dirty="0"/>
              <a:t> </a:t>
            </a:r>
            <a:r>
              <a:rPr lang="id-ID" dirty="0"/>
              <a:t>colspan untuk menggabungkan kolom.</a:t>
            </a:r>
          </a:p>
          <a:p>
            <a:r>
              <a:rPr lang="id-ID" dirty="0"/>
              <a:t>Atribut ini bisa kita berikan kepada tag &lt;td&gt; atau &lt;th&gt;.</a:t>
            </a: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&lt;td </a:t>
            </a:r>
            <a:r>
              <a:rPr lang="en-US" dirty="0" err="1"/>
              <a:t>colspan</a:t>
            </a:r>
            <a:r>
              <a:rPr lang="en-US" dirty="0"/>
              <a:t>=“2” &gt;</a:t>
            </a:r>
          </a:p>
          <a:p>
            <a:pPr marL="0" indent="0">
              <a:buNone/>
            </a:pPr>
            <a:r>
              <a:rPr lang="en-US" dirty="0" err="1"/>
              <a:t>Colspan</a:t>
            </a:r>
            <a:r>
              <a:rPr lang="en-US" dirty="0"/>
              <a:t> 2 </a:t>
            </a:r>
            <a:r>
              <a:rPr lang="en-US" dirty="0" err="1"/>
              <a:t>dari</a:t>
            </a:r>
            <a:r>
              <a:rPr lang="en-US" dirty="0"/>
              <a:t> code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mengabungkan</a:t>
            </a:r>
            <a:r>
              <a:rPr lang="en-US" dirty="0"/>
              <a:t> 2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1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begitu</a:t>
            </a:r>
            <a:r>
              <a:rPr lang="en-US" dirty="0"/>
              <a:t> </a:t>
            </a:r>
            <a:r>
              <a:rPr lang="en-US" dirty="0" err="1"/>
              <a:t>juag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rowspan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yang </a:t>
            </a:r>
            <a:r>
              <a:rPr lang="en-US" dirty="0" err="1"/>
              <a:t>digabung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baris.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2355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904D-CFBB-4369-A61C-3DF05833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A55B-7196-4A3C-AEDD-E93F22669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Jika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colspan</a:t>
            </a:r>
            <a:r>
              <a:rPr lang="en-US" dirty="0"/>
              <a:t> dan </a:t>
            </a:r>
            <a:r>
              <a:rPr lang="en-US" dirty="0" err="1"/>
              <a:t>rowspan</a:t>
            </a:r>
            <a:r>
              <a:rPr lang="en-US" dirty="0"/>
              <a:t> </a:t>
            </a:r>
            <a:r>
              <a:rPr lang="en-US" dirty="0" err="1"/>
              <a:t>harap</a:t>
            </a:r>
            <a:r>
              <a:rPr lang="en-US" dirty="0"/>
              <a:t> </a:t>
            </a:r>
            <a:r>
              <a:rPr lang="en-US" dirty="0" err="1"/>
              <a:t>diperhatikan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yang </a:t>
            </a:r>
            <a:r>
              <a:rPr lang="en-US" dirty="0" err="1"/>
              <a:t>digabung</a:t>
            </a:r>
            <a:endParaRPr lang="en-US" dirty="0"/>
          </a:p>
          <a:p>
            <a:r>
              <a:rPr lang="en-US" dirty="0" err="1"/>
              <a:t>Tabel</a:t>
            </a:r>
            <a:r>
              <a:rPr lang="en-US" dirty="0"/>
              <a:t>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/>
              <a:t> layout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8621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8E83-5B7A-4A7F-BF38-C9B600AF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6BB573-690C-43EF-9067-9FC770174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794" y="1000919"/>
            <a:ext cx="4772025" cy="4381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49E2E-7169-49BC-992C-C07EFF996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file html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…..(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/>
              <a:t> 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5746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72</TotalTime>
  <Words>374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HTML 10</vt:lpstr>
      <vt:lpstr>Membuat tabel</vt:lpstr>
      <vt:lpstr>Tabel </vt:lpstr>
      <vt:lpstr>Tag – tag yang digunakan</vt:lpstr>
      <vt:lpstr>Contoh:</vt:lpstr>
      <vt:lpstr>Mengatur jarak dengan cellpadding</vt:lpstr>
      <vt:lpstr>PowerPoint Presentation</vt:lpstr>
      <vt:lpstr>Menggabungkan sel tabel</vt:lpstr>
      <vt:lpstr>Menggabungkan sel tabel</vt:lpstr>
      <vt:lpstr>Tips &amp; trick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10</dc:title>
  <dc:creator>Fauzan Hendro</dc:creator>
  <cp:lastModifiedBy>Fauzan Hendro</cp:lastModifiedBy>
  <cp:revision>3</cp:revision>
  <dcterms:created xsi:type="dcterms:W3CDTF">2024-07-18T10:14:52Z</dcterms:created>
  <dcterms:modified xsi:type="dcterms:W3CDTF">2024-07-24T11:57:39Z</dcterms:modified>
</cp:coreProperties>
</file>