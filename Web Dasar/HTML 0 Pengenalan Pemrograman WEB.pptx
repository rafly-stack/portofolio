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0" r:id="rId4"/>
    <p:sldId id="274" r:id="rId5"/>
    <p:sldId id="263" r:id="rId6"/>
    <p:sldId id="261" r:id="rId7"/>
    <p:sldId id="273" r:id="rId8"/>
    <p:sldId id="276" r:id="rId9"/>
    <p:sldId id="275" r:id="rId10"/>
    <p:sldId id="264" r:id="rId11"/>
    <p:sldId id="257" r:id="rId12"/>
    <p:sldId id="265" r:id="rId13"/>
    <p:sldId id="266" r:id="rId14"/>
    <p:sldId id="267" r:id="rId15"/>
    <p:sldId id="268" r:id="rId16"/>
    <p:sldId id="27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64153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93072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90139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51584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5674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89486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1090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0805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9522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75502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78609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6407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68449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09948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14020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80520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53581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602B1-4B16-4086-ACF7-B6176CDF8E90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E51C8-4D4B-4685-AEB3-839A05D1101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582908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D8D4C-4ABA-46B0-A3A3-13EF6FE98F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Pemrograman</a:t>
            </a:r>
            <a:r>
              <a:rPr lang="en-US" dirty="0"/>
              <a:t> WEB 0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F96D4-4C54-43D3-8291-C4BA669ED3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Pengenalan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WEB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94895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9DF60-FA73-4F92-9E05-30841138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WEB?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6AF2D-C455-4B92-905D-11802F1AA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8839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854EE-E6BA-4751-9880-D7E245257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WEB?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70871-9315-4E03-B4BD-FD6B61C5C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22783"/>
            <a:ext cx="9905999" cy="4068418"/>
          </a:xfrm>
        </p:spPr>
        <p:txBody>
          <a:bodyPr/>
          <a:lstStyle/>
          <a:p>
            <a:r>
              <a:rPr lang="en-US" dirty="0"/>
              <a:t>Web, </a:t>
            </a:r>
            <a:r>
              <a:rPr lang="en-US" dirty="0" err="1"/>
              <a:t>atau</a:t>
            </a:r>
            <a:r>
              <a:rPr lang="en-US" dirty="0"/>
              <a:t> World Wide Web (W3),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internet yang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halaman-halaman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diakses</a:t>
            </a:r>
            <a:r>
              <a:rPr lang="en-US" dirty="0"/>
              <a:t> oleh browser web.</a:t>
            </a:r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blog, </a:t>
            </a:r>
            <a:r>
              <a:rPr lang="en-US" dirty="0" err="1"/>
              <a:t>youtube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apapun</a:t>
            </a:r>
            <a:r>
              <a:rPr lang="en-US" dirty="0"/>
              <a:t> yang </a:t>
            </a:r>
            <a:r>
              <a:rPr lang="en-US" dirty="0" err="1"/>
              <a:t>dibuka</a:t>
            </a:r>
            <a:r>
              <a:rPr lang="en-US" dirty="0"/>
              <a:t> oleh web </a:t>
            </a:r>
            <a:r>
              <a:rPr lang="en-US" dirty="0" err="1"/>
              <a:t>broser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web</a:t>
            </a:r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web :</a:t>
            </a:r>
            <a:endParaRPr lang="en-US" u="sng" dirty="0"/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8EE983-C373-42FB-8FFC-ECDC37EF1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920" y="3756992"/>
            <a:ext cx="4802345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10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A50B0-07C3-4D1F-9F96-C46565D9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WEB?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C496B-1C90-48C4-9BFE-20FA2EC9A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Pemrograman web, atau web programming, adalah salah satu cabang ilmu dari pemrograman komputer yang berkaitan dengan internet dan website. </a:t>
            </a:r>
            <a:endParaRPr lang="en-US" dirty="0"/>
          </a:p>
          <a:p>
            <a:r>
              <a:rPr lang="id-ID" dirty="0"/>
              <a:t>Pemrograman web adalah proses pembuatan </a:t>
            </a:r>
            <a:r>
              <a:rPr lang="en-US" dirty="0" err="1"/>
              <a:t>halaman</a:t>
            </a:r>
            <a:r>
              <a:rPr lang="en-US" dirty="0"/>
              <a:t>, </a:t>
            </a:r>
            <a:r>
              <a:rPr lang="id-ID" dirty="0"/>
              <a:t>program atau aplikasi berbasis web menggunakan bahasa pemrograman tertentu untuk memproses data dan menghasilkan informasi sesuai dengan keinginan pemilik website.</a:t>
            </a:r>
          </a:p>
        </p:txBody>
      </p:sp>
    </p:spTree>
    <p:extLst>
      <p:ext uri="{BB962C8B-B14F-4D97-AF65-F5344CB8AC3E}">
        <p14:creationId xmlns:p14="http://schemas.microsoft.com/office/powerpoint/2010/main" val="1297506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F7585-FA52-4A2A-9E6F-07AC0B8A2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belajar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WEB?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C8CBB-7ACE-4272-8204-93E2D9309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26932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FDEB-B7EF-4650-9D5E-C2AC7A3D7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Komputer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D8364-1416-490C-B40A-3EF1A887B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yang </a:t>
            </a:r>
            <a:r>
              <a:rPr lang="en-US" dirty="0" err="1"/>
              <a:t>wajib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computer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pakai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? </a:t>
            </a:r>
            <a:r>
              <a:rPr lang="en-US" dirty="0" err="1"/>
              <a:t>Selain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computer juga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penampil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program yang </a:t>
            </a:r>
            <a:r>
              <a:rPr lang="en-US" dirty="0" err="1"/>
              <a:t>dibuat</a:t>
            </a:r>
            <a:r>
              <a:rPr lang="en-US" dirty="0"/>
              <a:t>.</a:t>
            </a:r>
          </a:p>
          <a:p>
            <a:r>
              <a:rPr lang="en-US" dirty="0"/>
              <a:t>Jika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computer….. </a:t>
            </a:r>
            <a:r>
              <a:rPr lang="en-US" dirty="0" err="1"/>
              <a:t>Tenang</a:t>
            </a:r>
            <a:r>
              <a:rPr lang="en-US" dirty="0"/>
              <a:t>,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diganti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yang lain, </a:t>
            </a:r>
            <a:r>
              <a:rPr lang="en-US" dirty="0" err="1"/>
              <a:t>seperti</a:t>
            </a:r>
            <a:r>
              <a:rPr lang="en-US" dirty="0"/>
              <a:t> laptop, smartphone </a:t>
            </a:r>
            <a:r>
              <a:rPr lang="en-US" dirty="0" err="1"/>
              <a:t>ataupun</a:t>
            </a:r>
            <a:r>
              <a:rPr lang="en-US" dirty="0"/>
              <a:t> tablet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16110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70ED0-5ED3-4115-8A75-67910E69B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Editor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24CD-A00D-4D84-AEEE-544D95CFC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editor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 program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. Banyak </a:t>
            </a:r>
            <a:r>
              <a:rPr lang="en-US" dirty="0" err="1"/>
              <a:t>jenis</a:t>
            </a:r>
            <a:r>
              <a:rPr lang="en-US" dirty="0"/>
              <a:t> text editor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…. </a:t>
            </a:r>
            <a:r>
              <a:rPr lang="en-US" dirty="0" err="1"/>
              <a:t>Seperti</a:t>
            </a:r>
            <a:r>
              <a:rPr lang="en-US" dirty="0"/>
              <a:t> Visual Studio Code, Notepad ++, Sublime dan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lagi</a:t>
            </a:r>
            <a:endParaRPr lang="en-US" dirty="0"/>
          </a:p>
          <a:p>
            <a:r>
              <a:rPr lang="en-US" dirty="0"/>
              <a:t>Pada </a:t>
            </a:r>
            <a:r>
              <a:rPr lang="en-US" dirty="0" err="1"/>
              <a:t>pemrograman</a:t>
            </a:r>
            <a:r>
              <a:rPr lang="en-US" dirty="0"/>
              <a:t> web kali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disarankan</a:t>
            </a:r>
            <a:r>
              <a:rPr lang="en-US" dirty="0"/>
              <a:t>…. Sangat </a:t>
            </a:r>
            <a:r>
              <a:rPr lang="en-US" dirty="0" err="1"/>
              <a:t>disarankan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Visual Studio Code…..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? </a:t>
            </a:r>
            <a:r>
              <a:rPr lang="en-US" dirty="0" err="1"/>
              <a:t>Biar</a:t>
            </a:r>
            <a:r>
              <a:rPr lang="en-US" dirty="0"/>
              <a:t> </a:t>
            </a:r>
            <a:r>
              <a:rPr lang="en-US" dirty="0" err="1"/>
              <a:t>mudah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245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20EDB-D617-496D-8A83-45D8AE95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Text Editor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DC00B-7F93-4D6A-BA46-B647B01C4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58143"/>
            <a:ext cx="9905999" cy="3541714"/>
          </a:xfrm>
        </p:spPr>
        <p:txBody>
          <a:bodyPr/>
          <a:lstStyle/>
          <a:p>
            <a:r>
              <a:rPr lang="en-US" dirty="0"/>
              <a:t>Visual Studio Code</a:t>
            </a:r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17568B-7909-4577-8044-579A13F5A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475" y="2279482"/>
            <a:ext cx="7043438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01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B28D-E462-453F-9B6E-3C121584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Browser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F2A0-CBA9-46AC-A22F-F04BE9D51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namnaya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web </a:t>
            </a:r>
            <a:r>
              <a:rPr lang="en-US" dirty="0" err="1"/>
              <a:t>menggunakan</a:t>
            </a:r>
            <a:r>
              <a:rPr lang="en-US" dirty="0"/>
              <a:t> web </a:t>
            </a:r>
            <a:r>
              <a:rPr lang="en-US" dirty="0" err="1"/>
              <a:t>sebagai</a:t>
            </a:r>
            <a:r>
              <a:rPr lang="en-US" dirty="0"/>
              <a:t> media </a:t>
            </a:r>
            <a:r>
              <a:rPr lang="en-US" dirty="0" err="1"/>
              <a:t>penampil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yang </a:t>
            </a:r>
            <a:r>
              <a:rPr lang="en-US" dirty="0" err="1"/>
              <a:t>ditampilakan</a:t>
            </a:r>
            <a:r>
              <a:rPr lang="en-US" dirty="0"/>
              <a:t>….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web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yang </a:t>
            </a:r>
            <a:r>
              <a:rPr lang="en-US" dirty="0" err="1"/>
              <a:t>mengedapakan</a:t>
            </a:r>
            <a:r>
              <a:rPr lang="en-US" dirty="0"/>
              <a:t> web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medianya</a:t>
            </a:r>
            <a:r>
              <a:rPr lang="en-US" dirty="0"/>
              <a:t>, </a:t>
            </a:r>
            <a:r>
              <a:rPr lang="en-US" dirty="0" err="1"/>
              <a:t>sedangkan</a:t>
            </a:r>
            <a:r>
              <a:rPr lang="en-US" dirty="0"/>
              <a:t> web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ditampilkan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browser….. </a:t>
            </a:r>
            <a:r>
              <a:rPr lang="en-US" dirty="0" err="1"/>
              <a:t>Sehingga</a:t>
            </a:r>
            <a:r>
              <a:rPr lang="en-US" dirty="0"/>
              <a:t> browser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yang sangat </a:t>
            </a:r>
            <a:r>
              <a:rPr lang="en-US" dirty="0" err="1"/>
              <a:t>wajib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web.</a:t>
            </a:r>
          </a:p>
          <a:p>
            <a:r>
              <a:rPr lang="en-US" dirty="0"/>
              <a:t>Web browser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jenisnya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google </a:t>
            </a:r>
            <a:r>
              <a:rPr lang="en-US" dirty="0" err="1"/>
              <a:t>crome</a:t>
            </a:r>
            <a:r>
              <a:rPr lang="en-US" dirty="0"/>
              <a:t>, </a:t>
            </a:r>
            <a:r>
              <a:rPr lang="en-US" dirty="0" err="1"/>
              <a:t>mozila</a:t>
            </a:r>
            <a:r>
              <a:rPr lang="en-US" dirty="0"/>
              <a:t> </a:t>
            </a:r>
            <a:r>
              <a:rPr lang="en-US" dirty="0" err="1"/>
              <a:t>firefox</a:t>
            </a:r>
            <a:r>
              <a:rPr lang="en-US" dirty="0"/>
              <a:t> </a:t>
            </a:r>
            <a:r>
              <a:rPr lang="en-US" dirty="0" err="1"/>
              <a:t>miscrosoft</a:t>
            </a:r>
            <a:r>
              <a:rPr lang="en-US" dirty="0"/>
              <a:t> edge….. Pada </a:t>
            </a:r>
            <a:r>
              <a:rPr lang="en-US" dirty="0" err="1"/>
              <a:t>pemrograman</a:t>
            </a:r>
            <a:r>
              <a:rPr lang="en-US" dirty="0"/>
              <a:t> web kali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google </a:t>
            </a:r>
            <a:r>
              <a:rPr lang="en-US" dirty="0" err="1"/>
              <a:t>crome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familiar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885159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AC7A1-312C-4F81-A77F-78C608B56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Penjelasan</a:t>
            </a:r>
            <a:r>
              <a:rPr lang="en-US" dirty="0"/>
              <a:t> HTML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29CEA-6FB8-44C5-95CF-3DE71310F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19983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9AE1-56FB-4B08-9A20-37FA70D88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HTML?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859A4-BA4F-4038-8188-2BAF76A0C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singkatan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HyperText</a:t>
            </a:r>
            <a:r>
              <a:rPr lang="en-US" dirty="0"/>
              <a:t> Markup Language yang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web </a:t>
            </a:r>
            <a:r>
              <a:rPr lang="en-US" dirty="0" err="1"/>
              <a:t>ataupun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web.</a:t>
            </a:r>
          </a:p>
        </p:txBody>
      </p:sp>
    </p:spTree>
    <p:extLst>
      <p:ext uri="{BB962C8B-B14F-4D97-AF65-F5344CB8AC3E}">
        <p14:creationId xmlns:p14="http://schemas.microsoft.com/office/powerpoint/2010/main" val="1847917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176C-D0B2-421F-B4EA-DE6D257E0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Bagian </a:t>
            </a:r>
            <a:r>
              <a:rPr lang="en-US" dirty="0" err="1"/>
              <a:t>Bagian</a:t>
            </a:r>
            <a:r>
              <a:rPr lang="en-US" dirty="0"/>
              <a:t> HTML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0A33B-7DD3-43B0-9908-8968A7359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</a:t>
            </a:r>
            <a:r>
              <a:rPr lang="en-US" dirty="0" err="1"/>
              <a:t>terdari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deklarasi</a:t>
            </a:r>
            <a:r>
              <a:rPr lang="en-US" dirty="0"/>
              <a:t>, Head dan Body</a:t>
            </a:r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kerangka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html</a:t>
            </a:r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1026" name="Picture 2" descr="Struktur dasar kode HTML">
            <a:extLst>
              <a:ext uri="{FF2B5EF4-FFF2-40B4-BE49-F238E27FC236}">
                <a16:creationId xmlns:a16="http://schemas.microsoft.com/office/drawing/2014/main" id="{08295263-87F3-41C9-8963-9889D4E61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174" y="3429000"/>
            <a:ext cx="4760843" cy="2639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260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EF20E-CD5A-4B4E-8D49-93509D9E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Deklarasi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67B6A-2C2B-4EFA-9B3D-59091F454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Deklarasi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pengenal</a:t>
            </a:r>
            <a:r>
              <a:rPr lang="en-US" dirty="0"/>
              <a:t> pada html yang </a:t>
            </a:r>
            <a:r>
              <a:rPr lang="en-US" dirty="0" err="1"/>
              <a:t>menunjukan</a:t>
            </a:r>
            <a:r>
              <a:rPr lang="en-US" dirty="0"/>
              <a:t> </a:t>
            </a:r>
            <a:r>
              <a:rPr lang="en-US" dirty="0" err="1"/>
              <a:t>versi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html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 :</a:t>
            </a:r>
          </a:p>
          <a:p>
            <a:pPr marL="0" indent="0">
              <a:buNone/>
            </a:pPr>
            <a:endParaRPr lang="en-US" dirty="0"/>
          </a:p>
          <a:p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D6838A-4CA0-4630-8DCF-4103571FFA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8300"/>
          <a:stretch/>
        </p:blipFill>
        <p:spPr>
          <a:xfrm>
            <a:off x="1438689" y="3792986"/>
            <a:ext cx="6134100" cy="45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41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6237-3E1D-432B-AE7D-88C78DCBF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D4464-9215-4517-B4B3-71C4EEF2F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Head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kepala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html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biasanya</a:t>
            </a:r>
            <a:endParaRPr lang="en-US" dirty="0"/>
          </a:p>
          <a:p>
            <a:r>
              <a:rPr lang="en-US" dirty="0"/>
              <a:t>Head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web dan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menaruh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–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JS da CSS</a:t>
            </a:r>
          </a:p>
          <a:p>
            <a:r>
              <a:rPr lang="en-US" dirty="0" err="1"/>
              <a:t>Contoh</a:t>
            </a:r>
            <a:r>
              <a:rPr lang="en-US" dirty="0"/>
              <a:t> :</a:t>
            </a:r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051509-032B-478A-94B1-07A31E224C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905" b="37826"/>
          <a:stretch/>
        </p:blipFill>
        <p:spPr>
          <a:xfrm>
            <a:off x="1451940" y="4333460"/>
            <a:ext cx="6134100" cy="92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27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DD19-C733-4399-A47D-C248C8166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Body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B6FE7-CF81-4214-B0B2-0F7A006F3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Body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web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dan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web,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blog…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blog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di </a:t>
            </a:r>
            <a:r>
              <a:rPr lang="en-US" dirty="0" err="1"/>
              <a:t>bagian</a:t>
            </a:r>
            <a:r>
              <a:rPr lang="en-US" dirty="0"/>
              <a:t> BODY</a:t>
            </a:r>
          </a:p>
          <a:p>
            <a:r>
              <a:rPr lang="en-US" dirty="0"/>
              <a:t>Pada </a:t>
            </a:r>
            <a:r>
              <a:rPr lang="en-US" dirty="0" err="1"/>
              <a:t>dasarnya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mebuat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web di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body.</a:t>
            </a:r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1F2D0F-BA1C-4555-B25F-EE5A35F6C4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003"/>
          <a:stretch/>
        </p:blipFill>
        <p:spPr>
          <a:xfrm>
            <a:off x="1434962" y="4756668"/>
            <a:ext cx="3067050" cy="57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323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F8D2F-00B1-4D27-A8B5-0C5CD60F9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Sumber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8600F-3BA2-4ACD-BEAF-5E5872579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https://www.petanikode.com/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107848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87</TotalTime>
  <Words>455</Words>
  <Application>Microsoft Office PowerPoint</Application>
  <PresentationFormat>Widescreen</PresentationFormat>
  <Paragraphs>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Tw Cen MT</vt:lpstr>
      <vt:lpstr>Circuit</vt:lpstr>
      <vt:lpstr>Pemrograman WEB 0</vt:lpstr>
      <vt:lpstr>Apa itu Pemrograman WEB?</vt:lpstr>
      <vt:lpstr>Apa itu WEB?</vt:lpstr>
      <vt:lpstr>Apa itu Pemrograman WEB?</vt:lpstr>
      <vt:lpstr>Apa yang diperlukan untuk belajar Pemrograman WEB?</vt:lpstr>
      <vt:lpstr>Komputer</vt:lpstr>
      <vt:lpstr>Text Editor</vt:lpstr>
      <vt:lpstr>Contoh Text Editor</vt:lpstr>
      <vt:lpstr>WEB Browser</vt:lpstr>
      <vt:lpstr>Penjelasan HTML</vt:lpstr>
      <vt:lpstr>Apa itu HTML?</vt:lpstr>
      <vt:lpstr>Bagian Bagian HTML</vt:lpstr>
      <vt:lpstr>Deklarasi</vt:lpstr>
      <vt:lpstr>Head</vt:lpstr>
      <vt:lpstr>Body</vt:lpstr>
      <vt:lpstr>Sumber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Fauzan Hendro</dc:creator>
  <cp:lastModifiedBy>Fauzan Hendro</cp:lastModifiedBy>
  <cp:revision>13</cp:revision>
  <dcterms:created xsi:type="dcterms:W3CDTF">2024-07-17T11:22:01Z</dcterms:created>
  <dcterms:modified xsi:type="dcterms:W3CDTF">2024-07-18T00:51:16Z</dcterms:modified>
</cp:coreProperties>
</file>