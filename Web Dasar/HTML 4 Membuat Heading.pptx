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2A0CBA4-836D-4A45-9A2F-359DC1EAE7F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582D0B4-2816-43C9-81A4-8923D154442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12694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CBA4-836D-4A45-9A2F-359DC1EAE7F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2D0B4-2816-43C9-81A4-8923D154442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47721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CBA4-836D-4A45-9A2F-359DC1EAE7F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2D0B4-2816-43C9-81A4-8923D154442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15657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CBA4-836D-4A45-9A2F-359DC1EAE7F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2D0B4-2816-43C9-81A4-8923D154442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9284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CBA4-836D-4A45-9A2F-359DC1EAE7F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2D0B4-2816-43C9-81A4-8923D154442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74099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CBA4-836D-4A45-9A2F-359DC1EAE7F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2D0B4-2816-43C9-81A4-8923D154442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43361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CBA4-836D-4A45-9A2F-359DC1EAE7F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2D0B4-2816-43C9-81A4-8923D154442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37626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CBA4-836D-4A45-9A2F-359DC1EAE7F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2D0B4-2816-43C9-81A4-8923D154442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70900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CBA4-836D-4A45-9A2F-359DC1EAE7F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2D0B4-2816-43C9-81A4-8923D154442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37200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CBA4-836D-4A45-9A2F-359DC1EAE7F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2D0B4-2816-43C9-81A4-8923D154442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61040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CBA4-836D-4A45-9A2F-359DC1EAE7F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2D0B4-2816-43C9-81A4-8923D154442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54376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CBA4-836D-4A45-9A2F-359DC1EAE7F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2D0B4-2816-43C9-81A4-8923D1544425}" type="slidenum">
              <a:rPr lang="id-ID" smtClean="0"/>
              <a:t>‹#›</a:t>
            </a:fld>
            <a:endParaRPr lang="id-ID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4505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CBA4-836D-4A45-9A2F-359DC1EAE7F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2D0B4-2816-43C9-81A4-8923D154442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425072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CBA4-836D-4A45-9A2F-359DC1EAE7F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2D0B4-2816-43C9-81A4-8923D154442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77064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CBA4-836D-4A45-9A2F-359DC1EAE7F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2D0B4-2816-43C9-81A4-8923D154442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947242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CBA4-836D-4A45-9A2F-359DC1EAE7F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2D0B4-2816-43C9-81A4-8923D154442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408116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CBA4-836D-4A45-9A2F-359DC1EAE7F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2D0B4-2816-43C9-81A4-8923D154442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9135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0CBA4-836D-4A45-9A2F-359DC1EAE7FA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2D0B4-2816-43C9-81A4-8923D154442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413461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57D08-9B60-45D2-8AB4-6928908BD0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4</a:t>
            </a:r>
            <a:endParaRPr lang="id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9E4F01-ECD4-4B51-B206-F58C2E7AA0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Membuat</a:t>
            </a:r>
            <a:r>
              <a:rPr lang="en-US" dirty="0"/>
              <a:t> Heading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360933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821FD-1802-410E-A5AF-600252921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Heading?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34D94-6F59-42A7-91FC-8A2F378CD5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15523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8C3D1-AFF2-4F97-A844-153C0A01B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Penjelasan</a:t>
            </a:r>
            <a:r>
              <a:rPr lang="en-US" dirty="0"/>
              <a:t> Heading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AD573-BABB-4026-ADB5-DD6F85A77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Heading adalah sebuah judul yang biasanya diberikan pada halaman atau beberapa bagian dari artikel.</a:t>
            </a:r>
          </a:p>
        </p:txBody>
      </p:sp>
    </p:spTree>
    <p:extLst>
      <p:ext uri="{BB962C8B-B14F-4D97-AF65-F5344CB8AC3E}">
        <p14:creationId xmlns:p14="http://schemas.microsoft.com/office/powerpoint/2010/main" val="3364068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B874E-C75E-4A6D-B2DF-4A2700CA6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 </a:t>
            </a:r>
            <a:r>
              <a:rPr lang="en-US" dirty="0" err="1"/>
              <a:t>dalam</a:t>
            </a:r>
            <a:r>
              <a:rPr lang="en-US" dirty="0"/>
              <a:t> heading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FF219-D350-4235-BD99-4997E1409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Heading </a:t>
            </a:r>
            <a:r>
              <a:rPr lang="en-US" dirty="0" err="1"/>
              <a:t>digunakan</a:t>
            </a:r>
            <a:r>
              <a:rPr lang="en-US" dirty="0"/>
              <a:t> juga di </a:t>
            </a:r>
            <a:r>
              <a:rPr lang="en-US" dirty="0" err="1"/>
              <a:t>dalam</a:t>
            </a:r>
            <a:r>
              <a:rPr lang="en-US" dirty="0"/>
              <a:t> html, </a:t>
            </a:r>
            <a:r>
              <a:rPr lang="en-US" dirty="0" err="1"/>
              <a:t>biasanya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judul</a:t>
            </a:r>
            <a:r>
              <a:rPr lang="en-US" dirty="0"/>
              <a:t> dan sub-</a:t>
            </a:r>
            <a:r>
              <a:rPr lang="en-US" dirty="0" err="1"/>
              <a:t>judul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web</a:t>
            </a:r>
          </a:p>
          <a:p>
            <a:r>
              <a:rPr lang="en-US" dirty="0"/>
              <a:t>Tag heading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&lt;h1&gt; </a:t>
            </a:r>
            <a:r>
              <a:rPr lang="en-US" dirty="0" err="1"/>
              <a:t>sampai</a:t>
            </a:r>
            <a:r>
              <a:rPr lang="en-US" dirty="0"/>
              <a:t> &lt;h6&gt; yang </a:t>
            </a:r>
            <a:r>
              <a:rPr lang="en-US" dirty="0" err="1"/>
              <a:t>merupakan</a:t>
            </a:r>
            <a:r>
              <a:rPr lang="en-US" dirty="0"/>
              <a:t> h </a:t>
            </a:r>
            <a:r>
              <a:rPr lang="en-US" dirty="0" err="1"/>
              <a:t>dari</a:t>
            </a:r>
            <a:r>
              <a:rPr lang="en-US" dirty="0"/>
              <a:t> heading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 dan </a:t>
            </a:r>
            <a:r>
              <a:rPr lang="en-US" dirty="0" err="1"/>
              <a:t>angka</a:t>
            </a:r>
            <a:r>
              <a:rPr lang="en-US" dirty="0"/>
              <a:t> yang </a:t>
            </a:r>
            <a:r>
              <a:rPr lang="en-US" dirty="0" err="1"/>
              <a:t>berarti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heading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.</a:t>
            </a:r>
          </a:p>
          <a:p>
            <a:r>
              <a:rPr lang="en-US" dirty="0" err="1"/>
              <a:t>Ukuran</a:t>
            </a:r>
            <a:r>
              <a:rPr lang="en-US" dirty="0"/>
              <a:t> heading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yang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yang </a:t>
            </a:r>
            <a:r>
              <a:rPr lang="en-US" dirty="0" err="1"/>
              <a:t>kecil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 h1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h2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594176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93947-2CA7-4748-85D3-9688842C7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92765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Perbedaan</a:t>
            </a:r>
            <a:r>
              <a:rPr lang="en-US" dirty="0"/>
              <a:t> heading &lt;h1&gt; </a:t>
            </a:r>
            <a:r>
              <a:rPr lang="en-US" dirty="0" err="1"/>
              <a:t>sampai</a:t>
            </a:r>
            <a:r>
              <a:rPr lang="en-US" dirty="0"/>
              <a:t> &lt;h6&gt;</a:t>
            </a:r>
            <a:endParaRPr lang="id-ID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F04D71-916E-4F8F-920E-D936B7C9D1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06269" y="1143794"/>
            <a:ext cx="4791075" cy="409575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C585DA-4673-4777-9054-38CFD56AE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5" y="1537251"/>
            <a:ext cx="3856037" cy="5088836"/>
          </a:xfrm>
        </p:spPr>
        <p:txBody>
          <a:bodyPr>
            <a:normAutofit/>
          </a:bodyPr>
          <a:lstStyle/>
          <a:p>
            <a:r>
              <a:rPr lang="id-ID" dirty="0"/>
              <a:t>&lt;body&gt;</a:t>
            </a:r>
          </a:p>
          <a:p>
            <a:r>
              <a:rPr lang="id-ID" dirty="0"/>
              <a:t>        &lt;h1&gt;Ini Judul Level 1&lt;/h1&gt;</a:t>
            </a:r>
          </a:p>
          <a:p>
            <a:r>
              <a:rPr lang="id-ID" dirty="0"/>
              <a:t>        &lt;h2&gt;Ini Judul Level 2&lt;/h2&gt;</a:t>
            </a:r>
          </a:p>
          <a:p>
            <a:r>
              <a:rPr lang="id-ID" dirty="0"/>
              <a:t>        &lt;h3&gt;Ini Judul Level 3&lt;/h3&gt;</a:t>
            </a:r>
          </a:p>
          <a:p>
            <a:r>
              <a:rPr lang="id-ID" dirty="0"/>
              <a:t>        &lt;h4&gt;Ini Judul Level 4&lt;/h4&gt;</a:t>
            </a:r>
          </a:p>
          <a:p>
            <a:r>
              <a:rPr lang="id-ID" dirty="0"/>
              <a:t>        &lt;h5&gt;Ini Judul Level 5&lt;/h5&gt;</a:t>
            </a:r>
          </a:p>
          <a:p>
            <a:r>
              <a:rPr lang="id-ID" dirty="0"/>
              <a:t>        &lt;h6&gt;Ini Judul Level 6&lt;/h6&gt;</a:t>
            </a:r>
          </a:p>
          <a:p>
            <a:r>
              <a:rPr lang="id-ID" dirty="0"/>
              <a:t>    &lt;/body&gt;</a:t>
            </a:r>
          </a:p>
        </p:txBody>
      </p:sp>
    </p:spTree>
    <p:extLst>
      <p:ext uri="{BB962C8B-B14F-4D97-AF65-F5344CB8AC3E}">
        <p14:creationId xmlns:p14="http://schemas.microsoft.com/office/powerpoint/2010/main" val="552339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59FD9-6DA4-47D4-BBA4-A69242DFF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&amp; trick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91579-9C48-4400-9E19-57E6D1B40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Tag heading pada </a:t>
            </a:r>
            <a:r>
              <a:rPr lang="en-US" dirty="0" err="1"/>
              <a:t>dasarnya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tag paragraph yang </a:t>
            </a:r>
            <a:r>
              <a:rPr lang="en-US" dirty="0" err="1"/>
              <a:t>membedakan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penggunaanya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css</a:t>
            </a:r>
            <a:r>
              <a:rPr lang="en-US" dirty="0"/>
              <a:t> yang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tag paragraph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269849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6C246-5A19-4488-ABCF-18F507EE4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LAtihan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85CD5-46F0-42FC-9FDB-D777F4FA5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Buatlah</a:t>
            </a:r>
            <a:r>
              <a:rPr lang="en-US" dirty="0"/>
              <a:t> file html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tampilan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(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bebas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id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1C4B85-6A3C-4B02-ABD4-A89E3078D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477" y="2786477"/>
            <a:ext cx="5523671" cy="356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755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53</TotalTime>
  <Words>212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Tw Cen MT</vt:lpstr>
      <vt:lpstr>Circuit</vt:lpstr>
      <vt:lpstr>HTML 4</vt:lpstr>
      <vt:lpstr>Apa itu Heading?</vt:lpstr>
      <vt:lpstr>Penjelasan Heading</vt:lpstr>
      <vt:lpstr>Tag dalam heading</vt:lpstr>
      <vt:lpstr>Perbedaan heading &lt;h1&gt; sampai &lt;h6&gt;</vt:lpstr>
      <vt:lpstr>Tips &amp; trick</vt:lpstr>
      <vt:lpstr>LAtihan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4</dc:title>
  <dc:creator>Fauzan Hendro</dc:creator>
  <cp:lastModifiedBy>Fauzan Hendro</cp:lastModifiedBy>
  <cp:revision>6</cp:revision>
  <dcterms:created xsi:type="dcterms:W3CDTF">2024-07-18T01:32:38Z</dcterms:created>
  <dcterms:modified xsi:type="dcterms:W3CDTF">2024-07-22T12:22:06Z</dcterms:modified>
</cp:coreProperties>
</file>