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191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38349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69444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97506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80942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5906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96738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11134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5406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536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62346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97965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06477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20991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763711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485506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128929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BF6DD-425A-4193-A0A3-DC29CEE6705A}" type="datetimeFigureOut">
              <a:rPr lang="id-ID" smtClean="0"/>
              <a:t>21/10/2024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FCD269-A85A-4D6A-A903-7083A65B11AC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46334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01372-1E0B-45B7-B72E-E48AC6BA4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25035"/>
            <a:ext cx="9144000" cy="1607930"/>
          </a:xfrm>
        </p:spPr>
        <p:txBody>
          <a:bodyPr/>
          <a:lstStyle/>
          <a:p>
            <a:pPr algn="ctr"/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Dasar</a:t>
            </a:r>
            <a:b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pengenalan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111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6F831-8994-4C11-A678-89E9873FF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Apa itu bootstrap?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49A1D-FC90-42A2-AF7D-98080F1A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Mau kode HTML-nya konsisten?</a:t>
            </a:r>
          </a:p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Mau buat tampilan web yang responsive dan bagus?</a:t>
            </a:r>
          </a:p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Pakailah Bootstrap!</a:t>
            </a:r>
          </a:p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Bootstrap saat ini menjadi framework yang paling populer dalam pengembangan web.</a:t>
            </a:r>
          </a:p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Berkat Bootstrap, kita bisa membuat web dengan lebih cepat. Tanpa harus pusing dengan kode CSS. Karena se</a:t>
            </a:r>
            <a:r>
              <a:rPr lang="en-US" sz="18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mua</a:t>
            </a: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nya sudah disediakan oleh Bootstrap.</a:t>
            </a:r>
            <a:endParaRPr lang="en-US" sz="18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 algn="just">
              <a:buNone/>
            </a:pPr>
            <a:r>
              <a:rPr lang="id-ID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Bootstrap adalah framework CSS yang bersifat Free dan Open Source. Bootstrap menyediakan class-class CSS dan beberapa fungsi Javascript untuk mempermudah pembuatan web</a:t>
            </a:r>
            <a:r>
              <a:rPr lang="en-US" sz="18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633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FDE4-A866-4B02-8C1A-817F7C10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Persiapan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E2E4B-8785-4690-91AB-5817BD58D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Sebelum mulai belajar Bootstrap, siapkan dulu peralatannya dan prasyaratnya.</a:t>
            </a:r>
          </a:p>
          <a:p>
            <a:pPr marL="0" indent="0" algn="just">
              <a:buNone/>
            </a:pP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Untuk prasyarat, kamu setidaknya harus paham 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HTML dan CSS</a:t>
            </a: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 terlebih dahulu.</a:t>
            </a:r>
          </a:p>
          <a:p>
            <a:pPr marL="0" indent="0" algn="just">
              <a:buNone/>
            </a:pP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Mengapa?</a:t>
            </a:r>
          </a:p>
          <a:p>
            <a:pPr marL="0" indent="0" algn="just">
              <a:buNone/>
            </a:pP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Karena nanti kita akan banyak menggunakan class Bootstrap, dan jika kamu belum paham tentang CSS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id-ID" dirty="0">
                <a:latin typeface="JetBrains Mono" panose="02000009000000000000" pitchFamily="49" charset="0"/>
                <a:cs typeface="JetBrains Mono" panose="02000009000000000000" pitchFamily="49" charset="0"/>
              </a:rPr>
              <a:t>bisa jadi akan kesulitan memahaminya.</a:t>
            </a:r>
          </a:p>
        </p:txBody>
      </p:sp>
    </p:spTree>
    <p:extLst>
      <p:ext uri="{BB962C8B-B14F-4D97-AF65-F5344CB8AC3E}">
        <p14:creationId xmlns:p14="http://schemas.microsoft.com/office/powerpoint/2010/main" val="3940313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0C81-61B7-419E-BAB2-33338525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 pada html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D3835-8E21-4E0F-A163-82BA3C7D4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Ada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beberapa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cara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dalam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bootstrap:</a:t>
            </a:r>
          </a:p>
          <a:p>
            <a:pPr marL="0" indent="0" algn="just">
              <a:buNone/>
            </a:pP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1.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CDN</a:t>
            </a:r>
          </a:p>
          <a:p>
            <a:pPr marL="0" indent="0" algn="just">
              <a:buNone/>
            </a:pP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2. Download manual</a:t>
            </a:r>
          </a:p>
          <a:p>
            <a:pPr marL="0" indent="0" algn="just">
              <a:buNone/>
            </a:pP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3.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package manager seperti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npm</a:t>
            </a:r>
            <a:endParaRPr lang="en-US" sz="20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 algn="just">
              <a:buNone/>
            </a:pPr>
            <a:endParaRPr lang="en-US" sz="20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 algn="just">
              <a:buNone/>
            </a:pP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Nah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disini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kita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cara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yang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pertama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yaitu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CDN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karena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 paling </a:t>
            </a:r>
            <a:r>
              <a:rPr lang="en-US" sz="2000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gampang</a:t>
            </a:r>
            <a:r>
              <a:rPr lang="en-US" sz="2000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9024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B5B70-7191-4CE8-8B7D-8EC2467A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Bootstrap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cdn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4B99-FC69-45E5-8A2F-A5ADB067C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folder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baru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bernama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belajar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-bootstrap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lalu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buka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menggunakan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VSCode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.</a:t>
            </a:r>
          </a:p>
          <a:p>
            <a:pPr marL="0" indent="0" algn="just">
              <a:buNone/>
            </a:pP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Buatlah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file html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baru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bernama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index.html.</a:t>
            </a:r>
          </a:p>
          <a:p>
            <a:pPr marL="0" indent="0" algn="just">
              <a:buNone/>
            </a:pP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Kemudian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isi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dengan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kode</a:t>
            </a:r>
            <a:r>
              <a:rPr lang="en-US" dirty="0">
                <a:latin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en-US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berikut</a:t>
            </a:r>
            <a:endParaRPr lang="en-US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6785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8DDBA-276D-4344-8127-8D42DAAF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596348"/>
            <a:ext cx="9905999" cy="519485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&lt;!DOCTYPE html&gt;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&lt;html lang="en"&gt;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&lt;head&gt;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&lt;meta charset="UTF-8" /&gt;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&lt;meta name="viewport" content="width=device-width, initial-scale=1.0" /&gt;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&lt;title&gt;Belajar Bootstrap&lt;/title&gt;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</a:t>
            </a: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&lt;!-- CDN Bootstrap untuk CSS --&gt;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&lt;link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href="https://cdn.jsdelivr.net/npm/bootstrap@5.1.3/dist/css/bootstrap.min.css"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rel="stylesheet"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integrity="sha384-1BmE4kWBq78iYhFldvKuhfTAU6auU8tT94WrHftjDbrCEXSU1oBoqyl2QvZ6jIW3"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crossorigin="anonymous"</a:t>
            </a:r>
          </a:p>
          <a:p>
            <a:pPr marL="0" indent="0">
              <a:buNone/>
            </a:pPr>
            <a:r>
              <a:rPr lang="id-ID" sz="29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/&gt;</a:t>
            </a:r>
          </a:p>
          <a:p>
            <a:pPr marL="0" indent="0">
              <a:buNone/>
            </a:pPr>
            <a:r>
              <a:rPr lang="id-ID" sz="29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&lt;/head&gt;</a:t>
            </a:r>
            <a:endParaRPr lang="id-ID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567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B0638-C19E-451B-BF9E-C7CE43839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42122"/>
            <a:ext cx="9905999" cy="50490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&lt;body&gt;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&lt;header class="bg-primary py-5"&gt;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  &lt;div class="container-fluid"&gt;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    &lt;center&gt;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      &lt;h1 class="text-white"&gt;Belajar Bootstrap 5&lt;/h1&gt;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    &lt;/center&gt;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  &lt;/div&gt;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&lt;/header&gt;</a:t>
            </a:r>
          </a:p>
          <a:p>
            <a:pPr marL="0" indent="0">
              <a:buNone/>
            </a:pPr>
            <a:b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  </a:t>
            </a: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&lt;!-- CDN Bootstrap untuk JS --&gt;</a:t>
            </a:r>
          </a:p>
          <a:p>
            <a:pPr marL="0" indent="0">
              <a:buNone/>
            </a:pP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&lt;script</a:t>
            </a:r>
          </a:p>
          <a:p>
            <a:pPr marL="0" indent="0">
              <a:buNone/>
            </a:pP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src="https://cdn.jsdelivr.net/npm/bootstrap@5.1.3/dist/js/bootstrap.bundle.min.js"</a:t>
            </a:r>
          </a:p>
          <a:p>
            <a:pPr marL="0" indent="0">
              <a:buNone/>
            </a:pP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integrity="sha384-ka7Sk0Gln4gmtz2MlQnikT1wXgYsOg+OMhuP+IlRH9sENBO0LRn5q+8nbTov4+1p"</a:t>
            </a:r>
          </a:p>
          <a:p>
            <a:pPr marL="0" indent="0">
              <a:buNone/>
            </a:pP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  crossorigin="anonymous"</a:t>
            </a:r>
          </a:p>
          <a:p>
            <a:pPr marL="0" indent="0">
              <a:buNone/>
            </a:pPr>
            <a:r>
              <a:rPr lang="id-ID" sz="5600" dirty="0">
                <a:solidFill>
                  <a:srgbClr val="FF0000"/>
                </a:solidFill>
                <a:latin typeface="JetBrains Mono" panose="02000009000000000000" pitchFamily="49" charset="0"/>
                <a:cs typeface="JetBrains Mono" panose="02000009000000000000" pitchFamily="49" charset="0"/>
              </a:rPr>
              <a:t>    &gt;&lt;/script&gt;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  &lt;/body&gt;</a:t>
            </a:r>
          </a:p>
          <a:p>
            <a:pPr marL="0" indent="0">
              <a:buNone/>
            </a:pPr>
            <a:r>
              <a:rPr lang="id-ID" sz="5600" dirty="0">
                <a:latin typeface="JetBrains Mono" panose="02000009000000000000" pitchFamily="49" charset="0"/>
                <a:cs typeface="JetBrains Mono" panose="02000009000000000000" pitchFamily="49" charset="0"/>
              </a:rPr>
              <a:t>&lt;/html&gt;</a:t>
            </a:r>
          </a:p>
          <a:p>
            <a:pPr marL="0" indent="0">
              <a:buNone/>
            </a:pPr>
            <a:endParaRPr lang="id-ID" sz="1100" b="0" dirty="0">
              <a:solidFill>
                <a:srgbClr val="CCCCCC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042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66</TotalTime>
  <Words>533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JetBrains Mono</vt:lpstr>
      <vt:lpstr>JetBrains Mono</vt:lpstr>
      <vt:lpstr>Tw Cen MT</vt:lpstr>
      <vt:lpstr>Circuit</vt:lpstr>
      <vt:lpstr>Belajar Bootstrap Dasar pengenalan bootstrap</vt:lpstr>
      <vt:lpstr>Apa itu bootstrap?</vt:lpstr>
      <vt:lpstr>Persiapan belajar bootstrap</vt:lpstr>
      <vt:lpstr>Menggunakan bootstrap pada html</vt:lpstr>
      <vt:lpstr>Bootstrap menggunakan cdn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Belajar Bootstrap Dasar pengenalan bootstrap</dc:title>
  <dc:creator>Fauzan Hendro</dc:creator>
  <cp:lastModifiedBy>Fauzan Hendro</cp:lastModifiedBy>
  <cp:revision>4</cp:revision>
  <dcterms:created xsi:type="dcterms:W3CDTF">2024-10-21T03:43:35Z</dcterms:created>
  <dcterms:modified xsi:type="dcterms:W3CDTF">2024-10-21T07:07:54Z</dcterms:modified>
</cp:coreProperties>
</file>