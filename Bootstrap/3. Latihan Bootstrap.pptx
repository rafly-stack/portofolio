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301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8850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1686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64175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8733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228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69902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003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2691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86263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2288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5772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2073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958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6889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6927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8372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8F779-D12F-4B1D-ACB3-B3DBEAA5FC44}" type="datetimeFigureOut">
              <a:rPr lang="en-ID" smtClean="0"/>
              <a:t>28/10/2024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74763-464F-47E1-948D-34401F31BD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53510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7E39-3424-40E8-9A66-CC52380D9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3060817"/>
            <a:ext cx="8791575" cy="73636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Latihan bootstrap</a:t>
            </a:r>
            <a:endParaRPr lang="en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173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F39A-CD4A-4DAD-AAA2-5A5B31CB4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5652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Latihan 1 layout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endParaRPr lang="en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D6C8F-E0CE-4409-B537-CBD7FF328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75038"/>
            <a:ext cx="9905999" cy="140867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Pada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latihan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ini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kita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akan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membuat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layout 1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dan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ada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tiga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komponen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penting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yang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ada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di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dalam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tersebut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yakni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Header,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Artikel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, dan Footer. Kurang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lebih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desainnya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seperti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ini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18CACA-D378-4A7F-828F-E2C32F46F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082" y="2640450"/>
            <a:ext cx="3726658" cy="359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81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E046-F7E0-4614-9832-E0684FD7C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56054"/>
            <a:ext cx="9905999" cy="523514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Mari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kita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buat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dengan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Bootstrap.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Buatlah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satu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file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dengan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nama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latihan-1-kolom.html,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kemudian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isi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dengan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kode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berikut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  <a:p>
            <a:pPr marL="0" indent="0">
              <a:buNone/>
            </a:pPr>
            <a:endParaRPr lang="en-ID" sz="14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&lt;!DOCTYPE html&gt;</a:t>
            </a:r>
          </a:p>
          <a:p>
            <a:pPr marL="0" indent="0">
              <a:buNone/>
            </a:pP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&lt;html lang="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en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"&gt;</a:t>
            </a:r>
          </a:p>
          <a:p>
            <a:pPr marL="0" indent="0">
              <a:buNone/>
            </a:pP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&lt;head&gt;</a:t>
            </a:r>
          </a:p>
          <a:p>
            <a:pPr marL="0" indent="0">
              <a:buNone/>
            </a:pP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&lt;meta charset="UTF-8"&gt;</a:t>
            </a:r>
          </a:p>
          <a:p>
            <a:pPr marL="0" indent="0">
              <a:buNone/>
            </a:pP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&lt;meta http-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equiv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="X-UA-Compatible" content="IE=edge"&gt;</a:t>
            </a:r>
          </a:p>
          <a:p>
            <a:pPr marL="0" indent="0">
              <a:buNone/>
            </a:pP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&lt;meta name="viewport" content="width=device-width, initial-scale=1.0"&gt;</a:t>
            </a:r>
          </a:p>
          <a:p>
            <a:pPr marL="0" indent="0">
              <a:buNone/>
            </a:pP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&lt;title&gt;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Contoh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Layout 1 Kolom&lt;/title&gt;</a:t>
            </a:r>
          </a:p>
          <a:p>
            <a:pPr marL="0" indent="0">
              <a:buNone/>
            </a:pP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&lt;link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href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="https://cdn.jsdelivr.net/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npm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/bootstrap@5.1.3/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dist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css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/bootstrap.min.css"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rel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="stylesheet" integrity="sha384-1BmE4kWBq78iYhFldvKuhfTAU6auU8tT94WrHftjDbrCEXSU1oBoqyl2QvZ6jIW3"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crossorigin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="anonymous"&gt;</a:t>
            </a:r>
          </a:p>
          <a:p>
            <a:pPr marL="0" indent="0">
              <a:buNone/>
            </a:pP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&lt;script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="https://cdn.jsdelivr.net/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npm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/bootstrap@5.1.3/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dist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js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/bootstrap.bundle.min.js" integrity="sha384-ka7Sk0Gln4gmtz2MlQnikT1wXgYsOg+OMhuP+IlRH9sENBO0LRn5q+8nbTov4+1p" </a:t>
            </a:r>
            <a:r>
              <a:rPr lang="en-ID" sz="14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crossorigin</a:t>
            </a: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="anonymous"&gt;&lt;/script&gt;</a:t>
            </a:r>
          </a:p>
          <a:p>
            <a:pPr marL="0" indent="0">
              <a:buNone/>
            </a:pPr>
            <a:r>
              <a:rPr lang="en-ID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1813658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7884B-4378-4171-AE53-CADD8339C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68410"/>
            <a:ext cx="9905999" cy="5696465"/>
          </a:xfrm>
        </p:spPr>
        <p:txBody>
          <a:bodyPr numCol="2">
            <a:normAutofit fontScale="55000" lnSpcReduction="20000"/>
          </a:bodyPr>
          <a:lstStyle/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&lt;body&gt;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&lt;header class="container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-primary text-white"&gt;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class="row"&gt;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&lt;div class="col-12 py-4 text-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center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    &lt;h1 class="display-1"&gt;Tutorial Bootstrap&lt;/h1&gt;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    &lt;p class="lead"&gt;Panduan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Belajar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Bootstrap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untuk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Pemula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&lt;/p&gt;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&lt;/header&gt;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&lt;main class="container border"&gt;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class="row"&gt;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&lt;div class="col-12 py-5"&gt;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    &lt;h1&gt;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Membuat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Layout Satu Kolom&lt;/h1&gt;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    &lt;p&gt;Lorem ipsum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dolor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sit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amet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consectetur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adipisicing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elit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. Ad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reprehenderit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libero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unde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ullam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ducimus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sunt,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saepe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fugit animi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accusamus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accusantium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excepturi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corrupti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aut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tenetur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?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Cumque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quasi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ratione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ipsam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facere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quod?&lt;/p&gt;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&lt;/main&gt;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&lt;footer class="container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-light"&gt;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class="row"&gt;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&lt;div class="col-12 py-4"&gt;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    &amp;copy; 2024 Tutorial Bootstrap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&lt;/footer&gt;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&lt;/body&gt;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117920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D92C9-83CC-4242-A36C-2094CBE12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48281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hasilnya</a:t>
            </a:r>
            <a:endParaRPr lang="en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8AFA92-D685-4F76-A5A8-941B0A829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0123" y="1138331"/>
            <a:ext cx="8148577" cy="4581338"/>
          </a:xfrm>
        </p:spPr>
      </p:pic>
    </p:spTree>
    <p:extLst>
      <p:ext uri="{BB962C8B-B14F-4D97-AF65-F5344CB8AC3E}">
        <p14:creationId xmlns:p14="http://schemas.microsoft.com/office/powerpoint/2010/main" val="1231505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EC44C-2D55-4A19-BA22-808CA918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55374"/>
          </a:xfrm>
        </p:spPr>
        <p:txBody>
          <a:bodyPr>
            <a:normAutofit fontScale="90000"/>
          </a:bodyPr>
          <a:lstStyle/>
          <a:p>
            <a:r>
              <a:rPr lang="fi-FI" dirty="0">
                <a:latin typeface="JetBrains Mono" panose="02000009000000000000" pitchFamily="49" charset="0"/>
                <a:cs typeface="JetBrains Mono" panose="02000009000000000000" pitchFamily="49" charset="0"/>
              </a:rPr>
              <a:t>Latihan 2 Layout 2 Kolom</a:t>
            </a:r>
            <a:endParaRPr lang="en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DFDCC-60E4-4E6C-9630-FC028DFBB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173892"/>
            <a:ext cx="9905999" cy="1927654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Pada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latihan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kedua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ini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kita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akan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membagi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elemen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artikel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menjadi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dua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. Kolom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pertama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untuk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artikel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dan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kedua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untuk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menampilkan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informasi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lain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seperti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widget,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iklan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dll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. Pada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tampilan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mobile,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kita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ingin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layout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dua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ini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ditampilkan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dalam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satu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sedangkan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pada desktop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tetap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ditampilkan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dua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. Kira-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kira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desainnya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seperti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ini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EEA95E-1DFB-4031-8774-FCD8CE235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157" y="3101546"/>
            <a:ext cx="7387895" cy="351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55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24EFB-44FF-4FF9-AC42-BB94D410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43696"/>
            <a:ext cx="9905999" cy="572117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Mari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kita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coba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buat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dengan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Bootstrap.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Buatlah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file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baru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dengan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nama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latihan-2-kolom.html,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kemudian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isi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dengan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kode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berikut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&lt;!DOCTYPE html&gt;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&lt;html lang="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&lt;head&gt;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&lt;meta charset="UTF-8"&gt;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&lt;meta http-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equiv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="X-UA-Compatible" content="IE=edge"&gt;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&lt;meta name="viewport" content="width=device-width, initial-scale=1.0"&gt;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&lt;title&gt;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Contoh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Layout 2 Kolom&lt;/title&gt;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&lt;link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href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="https://cdn.jsdelivr.net/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npm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/bootstrap@5.1.3/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dist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css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/bootstrap.min.css"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rel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="stylesheet" integrity="sha384-1BmE4kWBq78iYhFldvKuhfTAU6auU8tT94WrHftjDbrCEXSU1oBoqyl2QvZ6jIW3"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crossorigin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="anonymous"&gt;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&lt;script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="https://cdn.jsdelivr.net/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npm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/bootstrap@5.1.3/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dist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js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/bootstrap.bundle.min.js" integrity="sha384-ka7Sk0Gln4gmtz2MlQnikT1wXgYsOg+OMhuP+IlRH9sENBO0LRn5q+8nbTov4+1p"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crossorigin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="anonymous"&gt;&lt;/script&gt;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2031795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D160D-8A78-45C5-A74F-2A9A7C9AA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56054"/>
            <a:ext cx="9905999" cy="5733535"/>
          </a:xfrm>
        </p:spPr>
        <p:txBody>
          <a:bodyPr numCol="2"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&lt;body&gt;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&lt;header class="container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bg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-primary text-white"&gt;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&lt;div class="row"&gt;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class="col-12 py-4 text-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center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"&gt;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&lt;h1 class="display-1"&gt;Tutorial Bootstrap&lt;/h1&gt;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&lt;p class="lead"&gt;Panduan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Belajar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Bootstrap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untuk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Pemula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&lt;/p&gt;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&lt;/div&gt;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&lt;/header&gt;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&lt;main class="container border"&gt;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&lt;div class="row"&gt;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class="col-md-8 py-5"&gt;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&lt;h1&gt;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Membuat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Layout Satu Kolom&lt;/h1&gt;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&lt;p&gt;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Lorem ipsum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dolor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sit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amet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consectetur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adipisicing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elit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. Ad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reprehenderit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libero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unde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ullam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ducimus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sunt,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saepe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fugit animi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accusamus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accusantium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excepturi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corrupti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aut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tenetur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?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Cumque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quasi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ratione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ipsam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facere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quod?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&lt;/p&gt;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class="col-md-4 py-5"&gt;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class="w-100"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/penguin-logistic.jpg" alt="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gambar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alam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" /&gt;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&lt;/div&gt;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&lt;/main&gt;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&lt;footer class="container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bg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-primary text-white"&gt;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&lt;div class="row"&gt;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class="col-12 py-4"&gt;&amp;copy; 2024 Tutorial Bootstrap&lt;/div&gt;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&lt;/div&gt;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&lt;/footer&gt;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&lt;/body&gt;</a:t>
            </a:r>
          </a:p>
          <a:p>
            <a:pPr marL="0" indent="0" algn="just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487394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03A9D-2549-4169-8222-3C1FB2DE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4828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hasilnya</a:t>
            </a:r>
            <a:endParaRPr lang="en-ID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81389E-7719-4BC7-8334-B302F39D0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9041" y="1195344"/>
            <a:ext cx="8590742" cy="4624688"/>
          </a:xfrm>
        </p:spPr>
      </p:pic>
    </p:spTree>
    <p:extLst>
      <p:ext uri="{BB962C8B-B14F-4D97-AF65-F5344CB8AC3E}">
        <p14:creationId xmlns:p14="http://schemas.microsoft.com/office/powerpoint/2010/main" val="3217509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33F2-5747-45B5-9A79-AD9FC8011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4801"/>
          </a:xfrm>
        </p:spPr>
        <p:txBody>
          <a:bodyPr/>
          <a:lstStyle/>
          <a:p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Latihan 3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membuat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layout 3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endParaRPr lang="en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BA16F-9A00-4083-A6EC-6BC565769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23319"/>
            <a:ext cx="9905999" cy="74084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Pada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latihan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ke-3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ini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kita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akan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membuat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tiga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untuk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tampilan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di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komputer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dan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satu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di HP.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Berikut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ini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rancangan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desainnya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71E78-F7FB-430D-B438-264DEF110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811" y="1964167"/>
            <a:ext cx="6853202" cy="457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292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45115-B0A7-4F70-B69C-639356027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93124"/>
            <a:ext cx="9905999" cy="5721179"/>
          </a:xfrm>
        </p:spPr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Mari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kita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buat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dalam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bootstrap.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Buatlah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file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baru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dengan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nama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latihan-3-kolom.html,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kemudian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isi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dengan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kode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berikut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: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&lt;!DOCTYPE html&gt;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&lt;html lang="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&lt;head&gt;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&lt;meta charset="UTF-8" /&gt;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&lt;meta http-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equiv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="X-UA-Compatible" content="IE=edge" /&gt;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&lt;meta name="viewport" content="width=device-width, initial-scale=1.0" /&gt;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&lt;title&gt;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Contoh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Layout 3 Kolom&lt;/title&gt;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&lt;link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href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="https://cdn.jsdelivr.net/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npm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/bootstrap@5.1.3/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dist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css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/bootstrap.min.css"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rel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="stylesheet"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integrity="sha384-1BmE4kWBq78iYhFldvKuhfTAU6auU8tT94WrHftjDbrCEXSU1oBoqyl2QvZ6jIW3"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crossorigin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="anonymous"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/&gt;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&lt;script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="https://cdn.jsdelivr.net/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npm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/bootstrap@5.1.3/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dist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js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/bootstrap.bundle.min.js"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integrity="sha384-ka7Sk0Gln4gmtz2MlQnikT1wXgYsOg+OMhuP+IlRH9sENBO0LRn5q+8nbTov4+1p"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crossorigin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="anonymous"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&gt;&lt;/script&gt;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&lt;/head&gt;</a:t>
            </a:r>
          </a:p>
          <a:p>
            <a:pPr marL="0" indent="0">
              <a:buNone/>
            </a:pPr>
            <a:endParaRPr lang="en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357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FFE4D-B9C7-4A10-AA50-BF6CF182B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80768"/>
            <a:ext cx="9905999" cy="5696464"/>
          </a:xfrm>
        </p:spPr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&lt;body&gt;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&lt;header class="container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bg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-primary text-white"&gt;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&lt;div class="row"&gt;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class="col-12 py-4 text-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center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"&gt;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&lt;h1 class="display-1"&gt;Tutorial Bootstrap&lt;/h1&gt;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&lt;p class="lead"&gt;Panduan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Belajar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Bootstrap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untuk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Pemula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&lt;/p&gt;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&lt;/div&gt;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&lt;/header&gt;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&lt;main class="container border"&gt;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&lt;div class="row"&gt;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class="col-md-3"&gt;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&lt;h1&gt;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Membuat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Layout Satu Kolom&lt;/h1&gt;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&lt;p&gt;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Lorem ipsum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dolor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sit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amet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consectetur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adipisicing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elit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.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Recusandae</a:t>
            </a:r>
            <a:endParaRPr lang="en-ID" sz="7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perferendis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doloremque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cumque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, quod tempore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explicabo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architecto</a:t>
            </a:r>
            <a:endParaRPr lang="en-ID" sz="7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esse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excepturi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dolorem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eum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itaque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deserunt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molestiae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doloribus</a:t>
            </a:r>
            <a:endParaRPr lang="en-ID" sz="7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laborum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. Omnis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vero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dolore alias minus ad.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Similique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laudantium</a:t>
            </a:r>
            <a:endParaRPr lang="en-ID" sz="7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voluptate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quos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soluta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dicta hic,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explicabo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voluptatum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&lt;/p&gt;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class="col-md-6"&gt;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&lt;h1&gt;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Membuat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Layout Satu Kolom&lt;/h1&gt;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&lt;p&gt;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Lorem ipsum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dolor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sit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amet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consectetur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adipisicing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elit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.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Quae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dolor</a:t>
            </a:r>
            <a:endParaRPr lang="en-ID" sz="7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nobis qui,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harum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exercitationem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tempora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soluta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fugit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veritatis</a:t>
            </a:r>
            <a:endParaRPr lang="en-ID" sz="7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doloribus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voluptas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saepe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error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dolorum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officiis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laborum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cupiditate</a:t>
            </a:r>
            <a:endParaRPr lang="en-ID" sz="7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sapiente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. Dicta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molestiae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est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tempora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odio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assumenda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ad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optio</a:t>
            </a:r>
            <a:endParaRPr lang="en-ID" sz="7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laudantium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aliquid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vero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dolor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commodi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!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&lt;/p&gt;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class="col-md-3"&gt;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&lt;h1&gt;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Membuat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Layout Satu Kolom&lt;/h1&gt;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&lt;p&gt;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Lorem ipsum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dolor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, sit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amet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consectetur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adipisicing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elit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. Libero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voluptas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ad labore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dolores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voluptatibus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voluptates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minima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unde</a:t>
            </a:r>
            <a:endParaRPr lang="en-ID" sz="7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tenetur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expedita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accusamus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perferendis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distinctio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natus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consequatur</a:t>
            </a:r>
            <a:endParaRPr lang="en-ID" sz="7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soluta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quidem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sint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fuga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dignissimos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minus error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asperiores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enim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vel</a:t>
            </a:r>
            <a:endParaRPr lang="en-ID" sz="7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veniam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officia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?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Reprehenderit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accusantium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architecto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ab.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&lt;/p&gt;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&lt;/div&gt;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&lt;/main&gt;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&lt;footer class="container </a:t>
            </a:r>
            <a:r>
              <a:rPr lang="en-ID" sz="7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bg</a:t>
            </a: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-info text-white"&gt;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&lt;div class="row"&gt;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class="col-12 py-4"&gt;&amp;copy; 2024 Tutorial Bootstrap&lt;/div&gt;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&lt;/div&gt;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&lt;/footer&gt;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&lt;/body&gt;</a:t>
            </a:r>
          </a:p>
          <a:p>
            <a:pPr marL="0" indent="0">
              <a:buNone/>
            </a:pPr>
            <a:r>
              <a:rPr lang="en-ID" sz="7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261694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EBF54-B1D1-477B-A356-D8C71673D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4828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hasilnya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B3F8CE-B9CE-4254-8CE3-1D4A310E51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4768" y="1066800"/>
            <a:ext cx="9199289" cy="5172075"/>
          </a:xfrm>
        </p:spPr>
      </p:pic>
    </p:spTree>
    <p:extLst>
      <p:ext uri="{BB962C8B-B14F-4D97-AF65-F5344CB8AC3E}">
        <p14:creationId xmlns:p14="http://schemas.microsoft.com/office/powerpoint/2010/main" val="2352497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6DA3A6-7FAD-4A5A-85E4-B1E34768E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9956" t="22662" r="40429" b="7211"/>
          <a:stretch/>
        </p:blipFill>
        <p:spPr>
          <a:xfrm>
            <a:off x="4512921" y="247011"/>
            <a:ext cx="3166158" cy="6363978"/>
          </a:xfrm>
        </p:spPr>
      </p:pic>
    </p:spTree>
    <p:extLst>
      <p:ext uri="{BB962C8B-B14F-4D97-AF65-F5344CB8AC3E}">
        <p14:creationId xmlns:p14="http://schemas.microsoft.com/office/powerpoint/2010/main" val="723046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ECE8-824B-4CFE-AD94-2E7F0334D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78941"/>
          </a:xfrm>
        </p:spPr>
        <p:txBody>
          <a:bodyPr/>
          <a:lstStyle/>
          <a:p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Latihan 4 layout 4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endParaRPr lang="en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31344-739E-4F1B-A8B4-682E2C8B9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97460"/>
            <a:ext cx="9905999" cy="13716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Pada </a:t>
            </a: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latihan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 ke-4 </a:t>
            </a: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ini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kita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akan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membuat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 4 </a:t>
            </a: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untuk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menampilkan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galeri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foto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  <a:p>
            <a:pPr marL="0" indent="0">
              <a:buNone/>
            </a:pP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PC,Laptop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, Tablet: 4 </a:t>
            </a: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  <a:p>
            <a:pPr marL="0" indent="0">
              <a:buNone/>
            </a:pP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HP: 3 </a:t>
            </a: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  <a:p>
            <a:pPr marL="0" indent="0">
              <a:buNone/>
            </a:pP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Berikut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ini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29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desainnya</a:t>
            </a:r>
            <a:r>
              <a:rPr lang="en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:</a:t>
            </a:r>
          </a:p>
          <a:p>
            <a:pPr marL="0" indent="0">
              <a:buNone/>
            </a:pPr>
            <a:endParaRPr lang="en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endParaRPr lang="en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D3B50C-FA7D-4EEE-964E-093EED197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486" y="2669060"/>
            <a:ext cx="5753373" cy="383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24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A8E7-8D1E-45F0-8D59-99BAF7169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31341"/>
            <a:ext cx="9905999" cy="5782962"/>
          </a:xfrm>
        </p:spPr>
        <p:txBody>
          <a:bodyPr numCol="2">
            <a:normAutofit fontScale="92500" lnSpcReduction="20000"/>
          </a:bodyPr>
          <a:lstStyle/>
          <a:p>
            <a:pPr marL="0" indent="0">
              <a:buNone/>
            </a:pPr>
            <a:r>
              <a:rPr lang="sv-SE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Mari kita buat!</a:t>
            </a:r>
          </a:p>
          <a:p>
            <a:pPr marL="0" indent="0">
              <a:buNone/>
            </a:pPr>
            <a:r>
              <a:rPr lang="sv-SE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Buatlah file baru dengan nama latihan-4-kolom.html, kemudian isi dengan kode berikut: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&lt;!DOCTYPE html&gt;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&lt;html lang="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en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"&gt;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&lt;head&gt;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&lt;meta charset="UTF-8" /&gt;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&lt;meta http-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equiv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="X-UA-Compatible" content="IE=edge" /&gt;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&lt;meta name="viewport" content="width=device-width, initial-scale=1.0" /&gt;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&lt;title&gt;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Contoh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Layout 4 Kolom&lt;/title&gt;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&lt;link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href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="https://cdn.jsdelivr.net/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npm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/bootstrap@5.1.3/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dist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css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/bootstrap.min.css"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rel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="stylesheet"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integrity="sha384-1BmE4kWBq78iYhFldvKuhfTAU6auU8tT94WrHftjDbrCEXSU1oBoqyl2QvZ6jIW3"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crossorigin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="anonymous"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/&gt;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&lt;script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="https://cdn.jsdelivr.net/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npm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/bootstrap@5.1.3/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dist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js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/bootstrap.bundle.min.js"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integrity="sha384-ka7Sk0Gln4gmtz2MlQnikT1wXgYsOg+OMhuP+IlRH9sENBO0LRn5q+8nbTov4+1p"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crossorigin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="anonymous"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&gt;&lt;/script&gt;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&lt;/head&gt;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&lt;body&gt;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&lt;header class="container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bg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-primary text-white"&gt;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&lt;div class="row"&gt;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class="col-12 py-4 text-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center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"&gt;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&lt;h1 class="display-2"&gt;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Galeri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Bootstrap&lt;/h1&gt;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&lt;p class="lead"&gt;Panduan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Belajar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Bootstrap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untuk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sz="12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Pemula</a:t>
            </a: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&lt;/p&gt;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&lt;/div&gt;</a:t>
            </a:r>
          </a:p>
          <a:p>
            <a:pPr marL="0" indent="0">
              <a:buNone/>
            </a:pPr>
            <a:r>
              <a:rPr lang="en-ID" sz="1200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&lt;/header&gt;</a:t>
            </a:r>
          </a:p>
        </p:txBody>
      </p:sp>
    </p:spTree>
    <p:extLst>
      <p:ext uri="{BB962C8B-B14F-4D97-AF65-F5344CB8AC3E}">
        <p14:creationId xmlns:p14="http://schemas.microsoft.com/office/powerpoint/2010/main" val="1557864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09F87-470B-49CC-A74E-A327FA5BD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80768"/>
            <a:ext cx="9905999" cy="5696464"/>
          </a:xfrm>
        </p:spPr>
        <p:txBody>
          <a:bodyPr numCol="2">
            <a:normAutofit fontScale="40000" lnSpcReduction="20000"/>
          </a:bodyPr>
          <a:lstStyle/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&lt;main class="container border p-md-5 p-2"&gt;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&lt;div class="row g-2 g-md-4"&gt;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class="col-6 col-md-3"&gt;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class="w-100"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/penguin-logistic.jpg" alt="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contoh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" /&gt;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class="col-6 col-md-3"&gt;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class="w-100"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/penguin-logistic.jpg" alt="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contoh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" /&gt;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class="col-6 col-md-3"&gt;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class="w-100"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/penguin-logistic.jpg" alt="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contoh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" /&gt;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class="col-6 col-md-3"&gt;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class="w-100"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/penguin-logistic.jpg" alt="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contoh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" /&gt;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class="col-6 col-md-3"&gt;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class="w-100"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/penguin-logistic.jpg" alt="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contoh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" /&gt;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class="col-6 col-md-3"&gt;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class="w-100"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/penguin-logistic.jpg" alt="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contoh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" /&gt;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class="col-6 col-md-3"&gt;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class="w-100"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/penguin-logistic.jpg" alt="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contoh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" /&gt;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class="col-6 col-md-3"&gt;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  &lt;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class="w-100"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img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/penguin-logistic.jpg" alt="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contoh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" /&gt;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&lt;/main&gt;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&lt;footer class="container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bg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-info text-white"&gt;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&lt;div class="row"&gt;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  &lt;div class="col-12 py-4"&gt;&amp;copy; 2024 Tutorial Bootstrap&lt;/div&gt;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  &lt;/div&gt;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  &lt;/footer&gt;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 &lt;/body&gt;</a:t>
            </a:r>
          </a:p>
          <a:p>
            <a:pPr marL="0" indent="0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021959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7D7B3-0032-4D86-AB23-DA20CB658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48281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hasilnya</a:t>
            </a:r>
            <a:endParaRPr lang="en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26E644-D732-46AB-9275-9A031A2AF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4387" y="1066799"/>
            <a:ext cx="8560049" cy="4812678"/>
          </a:xfrm>
        </p:spPr>
      </p:pic>
    </p:spTree>
    <p:extLst>
      <p:ext uri="{BB962C8B-B14F-4D97-AF65-F5344CB8AC3E}">
        <p14:creationId xmlns:p14="http://schemas.microsoft.com/office/powerpoint/2010/main" val="2062162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7AF0CC-4F52-4081-A389-9F06BAEE5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9956" t="23011" r="40232" b="7560"/>
          <a:stretch/>
        </p:blipFill>
        <p:spPr>
          <a:xfrm>
            <a:off x="4485502" y="255843"/>
            <a:ext cx="3220995" cy="6346313"/>
          </a:xfrm>
        </p:spPr>
      </p:pic>
    </p:spTree>
    <p:extLst>
      <p:ext uri="{BB962C8B-B14F-4D97-AF65-F5344CB8AC3E}">
        <p14:creationId xmlns:p14="http://schemas.microsoft.com/office/powerpoint/2010/main" val="2003385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5FB8B-2F75-4D2F-B6E0-D2850EA68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27223"/>
          </a:xfrm>
        </p:spPr>
        <p:txBody>
          <a:bodyPr/>
          <a:lstStyle/>
          <a:p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tugas</a:t>
            </a:r>
            <a:endParaRPr lang="en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B62C7-CC3C-4379-B06B-F21D27DD8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5741"/>
            <a:ext cx="9905999" cy="1878227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Jika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kamu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sudah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paham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cara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membuat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layout di Bootstrap,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coba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tantangan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berikut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  <a:p>
            <a:pPr marL="0" indent="0" algn="just">
              <a:buNone/>
            </a:pP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Buatlah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layout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galeri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yang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mirip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seperti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layout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instagram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  <a:p>
            <a:pPr marL="0" indent="0" algn="just">
              <a:buNone/>
            </a:pP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Galeri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foto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menggunakan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tiga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kolom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. Pada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tampilan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di HP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tidak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ada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gutter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antar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foto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sedangkan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di desktop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ada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gutternya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  <a:p>
            <a:pPr marL="0" indent="0" algn="just">
              <a:buNone/>
            </a:pP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Selamat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D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mencoba</a:t>
            </a:r>
            <a:r>
              <a:rPr lang="en-ID" dirty="0">
                <a:latin typeface="JetBrains Mono" panose="02000009000000000000" pitchFamily="49" charset="0"/>
                <a:cs typeface="JetBrains Mono" panose="02000009000000000000" pitchFamily="49" charset="0"/>
              </a:rPr>
              <a:t>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74C28-7205-452D-BE71-C946D20E8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44" y="3067266"/>
            <a:ext cx="5733333" cy="3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9175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107</TotalTime>
  <Words>2172</Words>
  <Application>Microsoft Office PowerPoint</Application>
  <PresentationFormat>Widescreen</PresentationFormat>
  <Paragraphs>237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JetBrains Mono</vt:lpstr>
      <vt:lpstr>Tw Cen MT</vt:lpstr>
      <vt:lpstr>Circuit</vt:lpstr>
      <vt:lpstr>Latihan bootstrap</vt:lpstr>
      <vt:lpstr>Latihan 1 layout kolom</vt:lpstr>
      <vt:lpstr>PowerPoint Presentation</vt:lpstr>
      <vt:lpstr>PowerPoint Presentation</vt:lpstr>
      <vt:lpstr>hasilnya</vt:lpstr>
      <vt:lpstr>Latihan 2 Layout 2 Kolom</vt:lpstr>
      <vt:lpstr>PowerPoint Presentation</vt:lpstr>
      <vt:lpstr>PowerPoint Presentation</vt:lpstr>
      <vt:lpstr>hasilnya</vt:lpstr>
      <vt:lpstr>Latihan 3 membuat layout 3 kolom</vt:lpstr>
      <vt:lpstr>PowerPoint Presentation</vt:lpstr>
      <vt:lpstr>PowerPoint Presentation</vt:lpstr>
      <vt:lpstr>hasilnya</vt:lpstr>
      <vt:lpstr>PowerPoint Presentation</vt:lpstr>
      <vt:lpstr>Latihan 4 layout 4 kolom</vt:lpstr>
      <vt:lpstr>PowerPoint Presentation</vt:lpstr>
      <vt:lpstr>PowerPoint Presentation</vt:lpstr>
      <vt:lpstr>hasilnya</vt:lpstr>
      <vt:lpstr>PowerPoint Presentation</vt:lpstr>
      <vt:lpstr>tugas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Latihan bootstrap</dc:title>
  <dc:creator>User</dc:creator>
  <cp:lastModifiedBy>User</cp:lastModifiedBy>
  <cp:revision>17</cp:revision>
  <dcterms:created xsi:type="dcterms:W3CDTF">2024-10-28T04:21:45Z</dcterms:created>
  <dcterms:modified xsi:type="dcterms:W3CDTF">2024-10-28T06:09:34Z</dcterms:modified>
</cp:coreProperties>
</file>